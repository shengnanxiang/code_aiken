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3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6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7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76" r:id="rId2"/>
  </p:sldMasterIdLst>
  <p:notesMasterIdLst>
    <p:notesMasterId r:id="rId21"/>
  </p:notesMasterIdLst>
  <p:sldIdLst>
    <p:sldId id="257" r:id="rId3"/>
    <p:sldId id="15742552" r:id="rId4"/>
    <p:sldId id="15742569" r:id="rId5"/>
    <p:sldId id="15742570" r:id="rId6"/>
    <p:sldId id="15742571" r:id="rId7"/>
    <p:sldId id="15742516" r:id="rId8"/>
    <p:sldId id="15742534" r:id="rId9"/>
    <p:sldId id="15742537" r:id="rId10"/>
    <p:sldId id="15742547" r:id="rId11"/>
    <p:sldId id="15742548" r:id="rId12"/>
    <p:sldId id="15742532" r:id="rId13"/>
    <p:sldId id="15742522" r:id="rId14"/>
    <p:sldId id="15742502" r:id="rId15"/>
    <p:sldId id="15742568" r:id="rId16"/>
    <p:sldId id="15742563" r:id="rId17"/>
    <p:sldId id="15742565" r:id="rId18"/>
    <p:sldId id="15742566" r:id="rId19"/>
    <p:sldId id="1574256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ED5DBB-D7D4-47A4-ABC2-79CAD908887B}" v="412" dt="2026-10-23T06:34:43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026" autoAdjust="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楠翔 盛" userId="8a22fe4ae455d837" providerId="LiveId" clId="{8BC36A76-E62C-4273-8582-FFB1BF23C538}"/>
    <pc:docChg chg="undo custSel addSld delSld modSld">
      <pc:chgData name="楠翔 盛" userId="8a22fe4ae455d837" providerId="LiveId" clId="{8BC36A76-E62C-4273-8582-FFB1BF23C538}" dt="2026-10-23T06:34:43.186" v="3759"/>
      <pc:docMkLst>
        <pc:docMk/>
      </pc:docMkLst>
      <pc:sldChg chg="del">
        <pc:chgData name="楠翔 盛" userId="8a22fe4ae455d837" providerId="LiveId" clId="{8BC36A76-E62C-4273-8582-FFB1BF23C538}" dt="2026-10-23T05:43:25.279" v="3105" actId="47"/>
        <pc:sldMkLst>
          <pc:docMk/>
          <pc:sldMk cId="0" sldId="15742514"/>
        </pc:sldMkLst>
      </pc:sldChg>
      <pc:sldChg chg="del">
        <pc:chgData name="楠翔 盛" userId="8a22fe4ae455d837" providerId="LiveId" clId="{8BC36A76-E62C-4273-8582-FFB1BF23C538}" dt="2026-10-23T05:43:23.498" v="3104" actId="47"/>
        <pc:sldMkLst>
          <pc:docMk/>
          <pc:sldMk cId="0" sldId="15742515"/>
        </pc:sldMkLst>
      </pc:sldChg>
      <pc:sldChg chg="modSp mod">
        <pc:chgData name="楠翔 盛" userId="8a22fe4ae455d837" providerId="LiveId" clId="{8BC36A76-E62C-4273-8582-FFB1BF23C538}" dt="2026-10-23T06:31:48.674" v="3738" actId="20577"/>
        <pc:sldMkLst>
          <pc:docMk/>
          <pc:sldMk cId="3228872979" sldId="15742552"/>
        </pc:sldMkLst>
        <pc:spChg chg="mod">
          <ac:chgData name="楠翔 盛" userId="8a22fe4ae455d837" providerId="LiveId" clId="{8BC36A76-E62C-4273-8582-FFB1BF23C538}" dt="2026-10-23T06:31:48.674" v="3738" actId="20577"/>
          <ac:spMkLst>
            <pc:docMk/>
            <pc:sldMk cId="3228872979" sldId="15742552"/>
            <ac:spMk id="17" creationId="{00000000-0000-0000-0000-000000000000}"/>
          </ac:spMkLst>
        </pc:spChg>
        <pc:graphicFrameChg chg="mod">
          <ac:chgData name="楠翔 盛" userId="8a22fe4ae455d837" providerId="LiveId" clId="{8BC36A76-E62C-4273-8582-FFB1BF23C538}" dt="2026-10-22T07:59:53.147" v="34"/>
          <ac:graphicFrameMkLst>
            <pc:docMk/>
            <pc:sldMk cId="3228872979" sldId="15742552"/>
            <ac:graphicFrameMk id="6" creationId="{00000000-0000-0000-0000-000000000000}"/>
          </ac:graphicFrameMkLst>
        </pc:graphicFrameChg>
      </pc:sldChg>
      <pc:sldChg chg="new del">
        <pc:chgData name="楠翔 盛" userId="8a22fe4ae455d837" providerId="LiveId" clId="{8BC36A76-E62C-4273-8582-FFB1BF23C538}" dt="2026-10-23T01:50:16.997" v="36" actId="47"/>
        <pc:sldMkLst>
          <pc:docMk/>
          <pc:sldMk cId="917170881" sldId="15742569"/>
        </pc:sldMkLst>
      </pc:sldChg>
      <pc:sldChg chg="addSp delSp modSp add mod">
        <pc:chgData name="楠翔 盛" userId="8a22fe4ae455d837" providerId="LiveId" clId="{8BC36A76-E62C-4273-8582-FFB1BF23C538}" dt="2026-10-23T05:51:06.978" v="3119" actId="408"/>
        <pc:sldMkLst>
          <pc:docMk/>
          <pc:sldMk cId="3426285023" sldId="15742569"/>
        </pc:sldMkLst>
        <pc:spChg chg="add mod topLvl">
          <ac:chgData name="楠翔 盛" userId="8a22fe4ae455d837" providerId="LiveId" clId="{8BC36A76-E62C-4273-8582-FFB1BF23C538}" dt="2026-10-23T03:45:20.011" v="2175" actId="207"/>
          <ac:spMkLst>
            <pc:docMk/>
            <pc:sldMk cId="3426285023" sldId="15742569"/>
            <ac:spMk id="3" creationId="{692E386E-B25B-1D0D-6CBD-5886CC92A01F}"/>
          </ac:spMkLst>
        </pc:spChg>
        <pc:spChg chg="mod topLvl">
          <ac:chgData name="楠翔 盛" userId="8a22fe4ae455d837" providerId="LiveId" clId="{8BC36A76-E62C-4273-8582-FFB1BF23C538}" dt="2026-10-23T05:49:41.557" v="3107" actId="2085"/>
          <ac:spMkLst>
            <pc:docMk/>
            <pc:sldMk cId="3426285023" sldId="15742569"/>
            <ac:spMk id="5" creationId="{4623D673-A92C-B305-600B-1387A6723641}"/>
          </ac:spMkLst>
        </pc:spChg>
        <pc:spChg chg="mod">
          <ac:chgData name="楠翔 盛" userId="8a22fe4ae455d837" providerId="LiveId" clId="{8BC36A76-E62C-4273-8582-FFB1BF23C538}" dt="2026-10-23T05:49:38.024" v="3106" actId="2085"/>
          <ac:spMkLst>
            <pc:docMk/>
            <pc:sldMk cId="3426285023" sldId="15742569"/>
            <ac:spMk id="6" creationId="{FD39AE42-7CE8-4ACF-E7A2-80A6BE5A3F39}"/>
          </ac:spMkLst>
        </pc:spChg>
        <pc:spChg chg="mod">
          <ac:chgData name="楠翔 盛" userId="8a22fe4ae455d837" providerId="LiveId" clId="{8BC36A76-E62C-4273-8582-FFB1BF23C538}" dt="2026-10-23T03:48:46.624" v="2221" actId="207"/>
          <ac:spMkLst>
            <pc:docMk/>
            <pc:sldMk cId="3426285023" sldId="15742569"/>
            <ac:spMk id="7" creationId="{01D12660-30F2-50FD-E9A5-24DBB30D4D09}"/>
          </ac:spMkLst>
        </pc:spChg>
        <pc:spChg chg="mod ord">
          <ac:chgData name="楠翔 盛" userId="8a22fe4ae455d837" providerId="LiveId" clId="{8BC36A76-E62C-4273-8582-FFB1BF23C538}" dt="2026-10-23T03:50:57.761" v="2236" actId="207"/>
          <ac:spMkLst>
            <pc:docMk/>
            <pc:sldMk cId="3426285023" sldId="15742569"/>
            <ac:spMk id="8" creationId="{661626D9-B7E2-1F3A-68FE-81BAEB58C6E8}"/>
          </ac:spMkLst>
        </pc:spChg>
        <pc:spChg chg="add mod topLvl">
          <ac:chgData name="楠翔 盛" userId="8a22fe4ae455d837" providerId="LiveId" clId="{8BC36A76-E62C-4273-8582-FFB1BF23C538}" dt="2026-10-23T03:45:22.619" v="2176" actId="207"/>
          <ac:spMkLst>
            <pc:docMk/>
            <pc:sldMk cId="3426285023" sldId="15742569"/>
            <ac:spMk id="9" creationId="{B6E35B62-564A-17DF-0173-697C3AD8ED37}"/>
          </ac:spMkLst>
        </pc:spChg>
        <pc:spChg chg="del">
          <ac:chgData name="楠翔 盛" userId="8a22fe4ae455d837" providerId="LiveId" clId="{8BC36A76-E62C-4273-8582-FFB1BF23C538}" dt="2026-10-23T02:06:03.670" v="525" actId="478"/>
          <ac:spMkLst>
            <pc:docMk/>
            <pc:sldMk cId="3426285023" sldId="15742569"/>
            <ac:spMk id="10" creationId="{39048A45-FFA7-CFEA-AFF3-7D88673F4B42}"/>
          </ac:spMkLst>
        </pc:spChg>
        <pc:spChg chg="del">
          <ac:chgData name="楠翔 盛" userId="8a22fe4ae455d837" providerId="LiveId" clId="{8BC36A76-E62C-4273-8582-FFB1BF23C538}" dt="2026-10-23T02:06:04.822" v="526" actId="478"/>
          <ac:spMkLst>
            <pc:docMk/>
            <pc:sldMk cId="3426285023" sldId="15742569"/>
            <ac:spMk id="11" creationId="{AE183361-6DA7-921E-03D5-8554E89D58C2}"/>
          </ac:spMkLst>
        </pc:spChg>
        <pc:spChg chg="mod">
          <ac:chgData name="楠翔 盛" userId="8a22fe4ae455d837" providerId="LiveId" clId="{8BC36A76-E62C-4273-8582-FFB1BF23C538}" dt="2026-10-23T04:05:44.826" v="2239" actId="1582"/>
          <ac:spMkLst>
            <pc:docMk/>
            <pc:sldMk cId="3426285023" sldId="15742569"/>
            <ac:spMk id="12" creationId="{573C689D-4988-1A2D-929D-14C763D0EDA5}"/>
          </ac:spMkLst>
        </pc:spChg>
        <pc:spChg chg="del">
          <ac:chgData name="楠翔 盛" userId="8a22fe4ae455d837" providerId="LiveId" clId="{8BC36A76-E62C-4273-8582-FFB1BF23C538}" dt="2026-10-23T02:07:05.642" v="564" actId="478"/>
          <ac:spMkLst>
            <pc:docMk/>
            <pc:sldMk cId="3426285023" sldId="15742569"/>
            <ac:spMk id="13" creationId="{ADE75183-22DB-FB38-9AA4-01BC698B21A9}"/>
          </ac:spMkLst>
        </pc:spChg>
        <pc:spChg chg="del">
          <ac:chgData name="楠翔 盛" userId="8a22fe4ae455d837" providerId="LiveId" clId="{8BC36A76-E62C-4273-8582-FFB1BF23C538}" dt="2026-10-23T02:07:05.642" v="564" actId="478"/>
          <ac:spMkLst>
            <pc:docMk/>
            <pc:sldMk cId="3426285023" sldId="15742569"/>
            <ac:spMk id="14" creationId="{3D65DA9B-5705-51EA-0BC4-16C1BE7842EB}"/>
          </ac:spMkLst>
        </pc:spChg>
        <pc:spChg chg="del">
          <ac:chgData name="楠翔 盛" userId="8a22fe4ae455d837" providerId="LiveId" clId="{8BC36A76-E62C-4273-8582-FFB1BF23C538}" dt="2026-10-23T01:51:23.470" v="99" actId="478"/>
          <ac:spMkLst>
            <pc:docMk/>
            <pc:sldMk cId="3426285023" sldId="15742569"/>
            <ac:spMk id="15" creationId="{E07C4B5D-A299-62D3-1C75-A9E3162AA32B}"/>
          </ac:spMkLst>
        </pc:spChg>
        <pc:spChg chg="del">
          <ac:chgData name="楠翔 盛" userId="8a22fe4ae455d837" providerId="LiveId" clId="{8BC36A76-E62C-4273-8582-FFB1BF23C538}" dt="2026-10-23T01:50:43.621" v="60" actId="478"/>
          <ac:spMkLst>
            <pc:docMk/>
            <pc:sldMk cId="3426285023" sldId="15742569"/>
            <ac:spMk id="16" creationId="{0851A931-E19F-3AC2-F43F-717BD0D71832}"/>
          </ac:spMkLst>
        </pc:spChg>
        <pc:spChg chg="mod">
          <ac:chgData name="楠翔 盛" userId="8a22fe4ae455d837" providerId="LiveId" clId="{8BC36A76-E62C-4273-8582-FFB1BF23C538}" dt="2026-10-23T04:07:31.711" v="2287" actId="20577"/>
          <ac:spMkLst>
            <pc:docMk/>
            <pc:sldMk cId="3426285023" sldId="15742569"/>
            <ac:spMk id="17" creationId="{616C837D-15C2-E500-55B2-20E809670E07}"/>
          </ac:spMkLst>
        </pc:spChg>
        <pc:spChg chg="add mod">
          <ac:chgData name="楠翔 盛" userId="8a22fe4ae455d837" providerId="LiveId" clId="{8BC36A76-E62C-4273-8582-FFB1BF23C538}" dt="2026-10-23T03:48:16.458" v="2216" actId="2085"/>
          <ac:spMkLst>
            <pc:docMk/>
            <pc:sldMk cId="3426285023" sldId="15742569"/>
            <ac:spMk id="19" creationId="{A27114A5-C87B-72D2-086F-3F7BB7701410}"/>
          </ac:spMkLst>
        </pc:spChg>
        <pc:spChg chg="add mod">
          <ac:chgData name="楠翔 盛" userId="8a22fe4ae455d837" providerId="LiveId" clId="{8BC36A76-E62C-4273-8582-FFB1BF23C538}" dt="2026-10-23T03:48:13.511" v="2215" actId="2085"/>
          <ac:spMkLst>
            <pc:docMk/>
            <pc:sldMk cId="3426285023" sldId="15742569"/>
            <ac:spMk id="21" creationId="{DAF6E3EB-4F4A-EB8B-7A46-BE322AD0858C}"/>
          </ac:spMkLst>
        </pc:spChg>
        <pc:spChg chg="add mod topLvl">
          <ac:chgData name="楠翔 盛" userId="8a22fe4ae455d837" providerId="LiveId" clId="{8BC36A76-E62C-4273-8582-FFB1BF23C538}" dt="2026-10-23T04:06:20.290" v="2241" actId="2085"/>
          <ac:spMkLst>
            <pc:docMk/>
            <pc:sldMk cId="3426285023" sldId="15742569"/>
            <ac:spMk id="23" creationId="{AB98B0DA-D6C2-9AB0-E856-735C39D6EB62}"/>
          </ac:spMkLst>
        </pc:spChg>
        <pc:spChg chg="add mod topLvl">
          <ac:chgData name="楠翔 盛" userId="8a22fe4ae455d837" providerId="LiveId" clId="{8BC36A76-E62C-4273-8582-FFB1BF23C538}" dt="2026-10-23T04:06:23.836" v="2242" actId="2085"/>
          <ac:spMkLst>
            <pc:docMk/>
            <pc:sldMk cId="3426285023" sldId="15742569"/>
            <ac:spMk id="25" creationId="{E75D3E59-007E-7C1B-5174-6934A154B14B}"/>
          </ac:spMkLst>
        </pc:spChg>
        <pc:spChg chg="add mod topLvl">
          <ac:chgData name="楠翔 盛" userId="8a22fe4ae455d837" providerId="LiveId" clId="{8BC36A76-E62C-4273-8582-FFB1BF23C538}" dt="2026-10-23T04:06:23.836" v="2242" actId="2085"/>
          <ac:spMkLst>
            <pc:docMk/>
            <pc:sldMk cId="3426285023" sldId="15742569"/>
            <ac:spMk id="27" creationId="{2835B1A4-1A89-7DC7-6294-ED0A18C7F4F1}"/>
          </ac:spMkLst>
        </pc:spChg>
        <pc:spChg chg="add mod">
          <ac:chgData name="楠翔 盛" userId="8a22fe4ae455d837" providerId="LiveId" clId="{8BC36A76-E62C-4273-8582-FFB1BF23C538}" dt="2026-10-23T05:51:06.978" v="3119" actId="408"/>
          <ac:spMkLst>
            <pc:docMk/>
            <pc:sldMk cId="3426285023" sldId="15742569"/>
            <ac:spMk id="30" creationId="{06139D6D-CEC7-889C-2684-645E1B2B5728}"/>
          </ac:spMkLst>
        </pc:spChg>
        <pc:spChg chg="add mod">
          <ac:chgData name="楠翔 盛" userId="8a22fe4ae455d837" providerId="LiveId" clId="{8BC36A76-E62C-4273-8582-FFB1BF23C538}" dt="2026-10-23T05:51:06.978" v="3119" actId="408"/>
          <ac:spMkLst>
            <pc:docMk/>
            <pc:sldMk cId="3426285023" sldId="15742569"/>
            <ac:spMk id="32" creationId="{1BCAB09D-5E5F-B963-80D0-BF6C8522894F}"/>
          </ac:spMkLst>
        </pc:spChg>
        <pc:spChg chg="add mod">
          <ac:chgData name="楠翔 盛" userId="8a22fe4ae455d837" providerId="LiveId" clId="{8BC36A76-E62C-4273-8582-FFB1BF23C538}" dt="2026-10-23T05:51:02.653" v="3118" actId="554"/>
          <ac:spMkLst>
            <pc:docMk/>
            <pc:sldMk cId="3426285023" sldId="15742569"/>
            <ac:spMk id="34" creationId="{7C9F590C-F7C1-E305-6186-21843F64A364}"/>
          </ac:spMkLst>
        </pc:spChg>
        <pc:spChg chg="add mod">
          <ac:chgData name="楠翔 盛" userId="8a22fe4ae455d837" providerId="LiveId" clId="{8BC36A76-E62C-4273-8582-FFB1BF23C538}" dt="2026-10-23T05:50:25.565" v="3112" actId="1582"/>
          <ac:spMkLst>
            <pc:docMk/>
            <pc:sldMk cId="3426285023" sldId="15742569"/>
            <ac:spMk id="36" creationId="{2CBE5DF6-5043-A328-EB9A-2AD9F28C9CEE}"/>
          </ac:spMkLst>
        </pc:spChg>
        <pc:grpChg chg="add del mod">
          <ac:chgData name="楠翔 盛" userId="8a22fe4ae455d837" providerId="LiveId" clId="{8BC36A76-E62C-4273-8582-FFB1BF23C538}" dt="2026-10-23T02:12:29.548" v="855" actId="165"/>
          <ac:grpSpMkLst>
            <pc:docMk/>
            <pc:sldMk cId="3426285023" sldId="15742569"/>
            <ac:grpSpMk id="28" creationId="{E4249D92-ACDF-4E0C-3C8B-178EC17F49D6}"/>
          </ac:grpSpMkLst>
        </pc:grpChg>
        <pc:grpChg chg="add mod">
          <ac:chgData name="楠翔 盛" userId="8a22fe4ae455d837" providerId="LiveId" clId="{8BC36A76-E62C-4273-8582-FFB1BF23C538}" dt="2026-10-23T02:27:18.974" v="1972" actId="1076"/>
          <ac:grpSpMkLst>
            <pc:docMk/>
            <pc:sldMk cId="3426285023" sldId="15742569"/>
            <ac:grpSpMk id="37" creationId="{9B3FA338-8B4D-489A-5DCD-64B5E4B3F582}"/>
          </ac:grpSpMkLst>
        </pc:grpChg>
        <pc:grpChg chg="add del mod">
          <ac:chgData name="楠翔 盛" userId="8a22fe4ae455d837" providerId="LiveId" clId="{8BC36A76-E62C-4273-8582-FFB1BF23C538}" dt="2026-10-23T03:45:01.616" v="2172" actId="165"/>
          <ac:grpSpMkLst>
            <pc:docMk/>
            <pc:sldMk cId="3426285023" sldId="15742569"/>
            <ac:grpSpMk id="38" creationId="{0086ECC5-6835-7429-975F-836248A46CEB}"/>
          </ac:grpSpMkLst>
        </pc:grpChg>
        <pc:grpChg chg="add mod">
          <ac:chgData name="楠翔 盛" userId="8a22fe4ae455d837" providerId="LiveId" clId="{8BC36A76-E62C-4273-8582-FFB1BF23C538}" dt="2026-10-23T03:48:05.680" v="2214" actId="207"/>
          <ac:grpSpMkLst>
            <pc:docMk/>
            <pc:sldMk cId="3426285023" sldId="15742569"/>
            <ac:grpSpMk id="39" creationId="{925A0ED0-A2ED-6E23-0D4D-C2CC6790444F}"/>
          </ac:grpSpMkLst>
        </pc:grpChg>
      </pc:sldChg>
      <pc:sldChg chg="addSp delSp modSp add mod">
        <pc:chgData name="楠翔 盛" userId="8a22fe4ae455d837" providerId="LiveId" clId="{8BC36A76-E62C-4273-8582-FFB1BF23C538}" dt="2026-10-23T05:54:50.402" v="3155" actId="404"/>
        <pc:sldMkLst>
          <pc:docMk/>
          <pc:sldMk cId="3009237883" sldId="15742570"/>
        </pc:sldMkLst>
        <pc:spChg chg="del">
          <ac:chgData name="楠翔 盛" userId="8a22fe4ae455d837" providerId="LiveId" clId="{8BC36A76-E62C-4273-8582-FFB1BF23C538}" dt="2026-10-23T04:09:17.122" v="2295" actId="478"/>
          <ac:spMkLst>
            <pc:docMk/>
            <pc:sldMk cId="3009237883" sldId="15742570"/>
            <ac:spMk id="2" creationId="{97150E12-B7D1-7722-6233-1BDE6BD636DC}"/>
          </ac:spMkLst>
        </pc:spChg>
        <pc:spChg chg="del">
          <ac:chgData name="楠翔 盛" userId="8a22fe4ae455d837" providerId="LiveId" clId="{8BC36A76-E62C-4273-8582-FFB1BF23C538}" dt="2026-10-23T04:09:33.888" v="2299" actId="478"/>
          <ac:spMkLst>
            <pc:docMk/>
            <pc:sldMk cId="3009237883" sldId="15742570"/>
            <ac:spMk id="3" creationId="{EDA22028-C9EA-24D0-691D-F443350A8DA9}"/>
          </ac:spMkLst>
        </pc:spChg>
        <pc:spChg chg="mod topLvl">
          <ac:chgData name="楠翔 盛" userId="8a22fe4ae455d837" providerId="LiveId" clId="{8BC36A76-E62C-4273-8582-FFB1BF23C538}" dt="2026-10-23T05:54:41.572" v="3152" actId="404"/>
          <ac:spMkLst>
            <pc:docMk/>
            <pc:sldMk cId="3009237883" sldId="15742570"/>
            <ac:spMk id="4" creationId="{83F35BBC-E97E-B0B2-89F3-AAF169B84C35}"/>
          </ac:spMkLst>
        </pc:spChg>
        <pc:spChg chg="del">
          <ac:chgData name="楠翔 盛" userId="8a22fe4ae455d837" providerId="LiveId" clId="{8BC36A76-E62C-4273-8582-FFB1BF23C538}" dt="2026-10-23T04:09:32.073" v="2298" actId="478"/>
          <ac:spMkLst>
            <pc:docMk/>
            <pc:sldMk cId="3009237883" sldId="15742570"/>
            <ac:spMk id="5" creationId="{E43D3745-9BE9-DE1B-4ABB-2CD0C7CCFF8C}"/>
          </ac:spMkLst>
        </pc:spChg>
        <pc:spChg chg="del">
          <ac:chgData name="楠翔 盛" userId="8a22fe4ae455d837" providerId="LiveId" clId="{8BC36A76-E62C-4273-8582-FFB1BF23C538}" dt="2026-10-23T04:07:44.254" v="2294" actId="478"/>
          <ac:spMkLst>
            <pc:docMk/>
            <pc:sldMk cId="3009237883" sldId="15742570"/>
            <ac:spMk id="6" creationId="{EF9887C7-BAC2-5996-38F9-EE340C09D0FB}"/>
          </ac:spMkLst>
        </pc:spChg>
        <pc:spChg chg="del">
          <ac:chgData name="楠翔 盛" userId="8a22fe4ae455d837" providerId="LiveId" clId="{8BC36A76-E62C-4273-8582-FFB1BF23C538}" dt="2026-10-23T04:09:33.888" v="2299" actId="478"/>
          <ac:spMkLst>
            <pc:docMk/>
            <pc:sldMk cId="3009237883" sldId="15742570"/>
            <ac:spMk id="7" creationId="{B5B759F6-0A02-C6F5-D38B-65F4F0C50502}"/>
          </ac:spMkLst>
        </pc:spChg>
        <pc:spChg chg="del">
          <ac:chgData name="楠翔 盛" userId="8a22fe4ae455d837" providerId="LiveId" clId="{8BC36A76-E62C-4273-8582-FFB1BF23C538}" dt="2026-10-23T04:09:33.888" v="2299" actId="478"/>
          <ac:spMkLst>
            <pc:docMk/>
            <pc:sldMk cId="3009237883" sldId="15742570"/>
            <ac:spMk id="8" creationId="{03038B26-3A23-DF00-AA41-35EF76FD3F6B}"/>
          </ac:spMkLst>
        </pc:spChg>
        <pc:spChg chg="del mod">
          <ac:chgData name="楠翔 盛" userId="8a22fe4ae455d837" providerId="LiveId" clId="{8BC36A76-E62C-4273-8582-FFB1BF23C538}" dt="2026-10-23T04:09:30.827" v="2297" actId="478"/>
          <ac:spMkLst>
            <pc:docMk/>
            <pc:sldMk cId="3009237883" sldId="15742570"/>
            <ac:spMk id="9" creationId="{ABE5C193-28C6-8F68-10FE-F5EE5692064A}"/>
          </ac:spMkLst>
        </pc:spChg>
        <pc:spChg chg="del">
          <ac:chgData name="楠翔 盛" userId="8a22fe4ae455d837" providerId="LiveId" clId="{8BC36A76-E62C-4273-8582-FFB1BF23C538}" dt="2026-10-23T04:09:33.888" v="2299" actId="478"/>
          <ac:spMkLst>
            <pc:docMk/>
            <pc:sldMk cId="3009237883" sldId="15742570"/>
            <ac:spMk id="10" creationId="{776DBBC8-B8C9-34B3-C98D-FC7EE4E69ABD}"/>
          </ac:spMkLst>
        </pc:spChg>
        <pc:spChg chg="del">
          <ac:chgData name="楠翔 盛" userId="8a22fe4ae455d837" providerId="LiveId" clId="{8BC36A76-E62C-4273-8582-FFB1BF23C538}" dt="2026-10-23T04:09:33.888" v="2299" actId="478"/>
          <ac:spMkLst>
            <pc:docMk/>
            <pc:sldMk cId="3009237883" sldId="15742570"/>
            <ac:spMk id="11" creationId="{58A59177-A693-10F6-8248-96132CD4D512}"/>
          </ac:spMkLst>
        </pc:spChg>
        <pc:spChg chg="del">
          <ac:chgData name="楠翔 盛" userId="8a22fe4ae455d837" providerId="LiveId" clId="{8BC36A76-E62C-4273-8582-FFB1BF23C538}" dt="2026-10-23T04:09:33.888" v="2299" actId="478"/>
          <ac:spMkLst>
            <pc:docMk/>
            <pc:sldMk cId="3009237883" sldId="15742570"/>
            <ac:spMk id="12" creationId="{2311852C-09B9-C9F8-4CFD-96878CF54B61}"/>
          </ac:spMkLst>
        </pc:spChg>
        <pc:spChg chg="del">
          <ac:chgData name="楠翔 盛" userId="8a22fe4ae455d837" providerId="LiveId" clId="{8BC36A76-E62C-4273-8582-FFB1BF23C538}" dt="2026-10-23T04:09:33.888" v="2299" actId="478"/>
          <ac:spMkLst>
            <pc:docMk/>
            <pc:sldMk cId="3009237883" sldId="15742570"/>
            <ac:spMk id="13" creationId="{3D0F115F-8965-C5F7-1365-80011B2212DA}"/>
          </ac:spMkLst>
        </pc:spChg>
        <pc:spChg chg="add mod topLvl">
          <ac:chgData name="楠翔 盛" userId="8a22fe4ae455d837" providerId="LiveId" clId="{8BC36A76-E62C-4273-8582-FFB1BF23C538}" dt="2026-10-23T05:54:45.017" v="3153" actId="404"/>
          <ac:spMkLst>
            <pc:docMk/>
            <pc:sldMk cId="3009237883" sldId="15742570"/>
            <ac:spMk id="15" creationId="{09B3F393-A44F-1FFA-61ED-C70F7E5E93D0}"/>
          </ac:spMkLst>
        </pc:spChg>
        <pc:spChg chg="mod">
          <ac:chgData name="楠翔 盛" userId="8a22fe4ae455d837" providerId="LiveId" clId="{8BC36A76-E62C-4273-8582-FFB1BF23C538}" dt="2026-10-23T04:07:37.629" v="2293" actId="20577"/>
          <ac:spMkLst>
            <pc:docMk/>
            <pc:sldMk cId="3009237883" sldId="15742570"/>
            <ac:spMk id="17" creationId="{77D68F75-ECBC-2EEE-DFD1-65598F72DF69}"/>
          </ac:spMkLst>
        </pc:spChg>
        <pc:spChg chg="del">
          <ac:chgData name="楠翔 盛" userId="8a22fe4ae455d837" providerId="LiveId" clId="{8BC36A76-E62C-4273-8582-FFB1BF23C538}" dt="2026-10-23T04:09:17.122" v="2295" actId="478"/>
          <ac:spMkLst>
            <pc:docMk/>
            <pc:sldMk cId="3009237883" sldId="15742570"/>
            <ac:spMk id="18" creationId="{C5646A9F-750D-7ED0-42D0-D3CD7A4F9606}"/>
          </ac:spMkLst>
        </pc:spChg>
        <pc:spChg chg="del">
          <ac:chgData name="楠翔 盛" userId="8a22fe4ae455d837" providerId="LiveId" clId="{8BC36A76-E62C-4273-8582-FFB1BF23C538}" dt="2026-10-23T04:09:33.888" v="2299" actId="478"/>
          <ac:spMkLst>
            <pc:docMk/>
            <pc:sldMk cId="3009237883" sldId="15742570"/>
            <ac:spMk id="19" creationId="{F7393313-AD81-E9CE-F624-D21EC7A435E3}"/>
          </ac:spMkLst>
        </pc:spChg>
        <pc:spChg chg="add mod topLvl">
          <ac:chgData name="楠翔 盛" userId="8a22fe4ae455d837" providerId="LiveId" clId="{8BC36A76-E62C-4273-8582-FFB1BF23C538}" dt="2026-10-23T05:54:47.934" v="3154" actId="404"/>
          <ac:spMkLst>
            <pc:docMk/>
            <pc:sldMk cId="3009237883" sldId="15742570"/>
            <ac:spMk id="20" creationId="{D9103824-26EA-52F0-D45D-69CF7E362FA5}"/>
          </ac:spMkLst>
        </pc:spChg>
        <pc:spChg chg="del">
          <ac:chgData name="楠翔 盛" userId="8a22fe4ae455d837" providerId="LiveId" clId="{8BC36A76-E62C-4273-8582-FFB1BF23C538}" dt="2026-10-23T04:09:33.888" v="2299" actId="478"/>
          <ac:spMkLst>
            <pc:docMk/>
            <pc:sldMk cId="3009237883" sldId="15742570"/>
            <ac:spMk id="22" creationId="{E03F5203-4C6B-8D9C-7AC9-0672D6DCF351}"/>
          </ac:spMkLst>
        </pc:spChg>
        <pc:spChg chg="add mod topLvl">
          <ac:chgData name="楠翔 盛" userId="8a22fe4ae455d837" providerId="LiveId" clId="{8BC36A76-E62C-4273-8582-FFB1BF23C538}" dt="2026-10-23T05:54:50.402" v="3155" actId="404"/>
          <ac:spMkLst>
            <pc:docMk/>
            <pc:sldMk cId="3009237883" sldId="15742570"/>
            <ac:spMk id="23" creationId="{79062689-C046-12E7-0CA5-55641DA8ABED}"/>
          </ac:spMkLst>
        </pc:spChg>
        <pc:spChg chg="add mod topLvl">
          <ac:chgData name="楠翔 盛" userId="8a22fe4ae455d837" providerId="LiveId" clId="{8BC36A76-E62C-4273-8582-FFB1BF23C538}" dt="2026-10-23T05:54:22.888" v="3151" actId="165"/>
          <ac:spMkLst>
            <pc:docMk/>
            <pc:sldMk cId="3009237883" sldId="15742570"/>
            <ac:spMk id="25" creationId="{6B9CAB80-6279-88B4-AA08-D0B329A82D7B}"/>
          </ac:spMkLst>
        </pc:spChg>
        <pc:spChg chg="add mod topLvl">
          <ac:chgData name="楠翔 盛" userId="8a22fe4ae455d837" providerId="LiveId" clId="{8BC36A76-E62C-4273-8582-FFB1BF23C538}" dt="2026-10-23T05:54:22.888" v="3151" actId="165"/>
          <ac:spMkLst>
            <pc:docMk/>
            <pc:sldMk cId="3009237883" sldId="15742570"/>
            <ac:spMk id="27" creationId="{E53BE85E-55FF-31A6-F085-C9611BDB6D17}"/>
          </ac:spMkLst>
        </pc:spChg>
        <pc:grpChg chg="add del mod">
          <ac:chgData name="楠翔 盛" userId="8a22fe4ae455d837" providerId="LiveId" clId="{8BC36A76-E62C-4273-8582-FFB1BF23C538}" dt="2026-10-23T05:54:22.888" v="3151" actId="165"/>
          <ac:grpSpMkLst>
            <pc:docMk/>
            <pc:sldMk cId="3009237883" sldId="15742570"/>
            <ac:grpSpMk id="50" creationId="{4DB165E7-CC2D-092D-F821-FFB56743C2C2}"/>
          </ac:grpSpMkLst>
        </pc:grpChg>
        <pc:cxnChg chg="add mod topLvl">
          <ac:chgData name="楠翔 盛" userId="8a22fe4ae455d837" providerId="LiveId" clId="{8BC36A76-E62C-4273-8582-FFB1BF23C538}" dt="2026-10-23T05:54:22.888" v="3151" actId="165"/>
          <ac:cxnSpMkLst>
            <pc:docMk/>
            <pc:sldMk cId="3009237883" sldId="15742570"/>
            <ac:cxnSpMk id="29" creationId="{CF38BF30-1B01-6AB6-765B-E023D6EAFDEA}"/>
          </ac:cxnSpMkLst>
        </pc:cxnChg>
        <pc:cxnChg chg="add mod topLvl">
          <ac:chgData name="楠翔 盛" userId="8a22fe4ae455d837" providerId="LiveId" clId="{8BC36A76-E62C-4273-8582-FFB1BF23C538}" dt="2026-10-23T05:54:22.888" v="3151" actId="165"/>
          <ac:cxnSpMkLst>
            <pc:docMk/>
            <pc:sldMk cId="3009237883" sldId="15742570"/>
            <ac:cxnSpMk id="30" creationId="{50B112E3-549B-D8D0-5CE1-38B76D7A4A25}"/>
          </ac:cxnSpMkLst>
        </pc:cxnChg>
        <pc:cxnChg chg="add mod">
          <ac:chgData name="楠翔 盛" userId="8a22fe4ae455d837" providerId="LiveId" clId="{8BC36A76-E62C-4273-8582-FFB1BF23C538}" dt="2026-10-23T05:53:44.204" v="3142" actId="14100"/>
          <ac:cxnSpMkLst>
            <pc:docMk/>
            <pc:sldMk cId="3009237883" sldId="15742570"/>
            <ac:cxnSpMk id="33" creationId="{33662C3C-7BEB-B49A-B58A-E098EB7ABD8A}"/>
          </ac:cxnSpMkLst>
        </pc:cxnChg>
        <pc:cxnChg chg="add del mod">
          <ac:chgData name="楠翔 盛" userId="8a22fe4ae455d837" providerId="LiveId" clId="{8BC36A76-E62C-4273-8582-FFB1BF23C538}" dt="2026-10-23T04:23:58.919" v="3083" actId="478"/>
          <ac:cxnSpMkLst>
            <pc:docMk/>
            <pc:sldMk cId="3009237883" sldId="15742570"/>
            <ac:cxnSpMk id="37" creationId="{F2E81FA9-B442-4013-A12A-922AB51D06D9}"/>
          </ac:cxnSpMkLst>
        </pc:cxnChg>
        <pc:cxnChg chg="add mod">
          <ac:chgData name="楠翔 盛" userId="8a22fe4ae455d837" providerId="LiveId" clId="{8BC36A76-E62C-4273-8582-FFB1BF23C538}" dt="2026-10-23T05:53:44.204" v="3142" actId="14100"/>
          <ac:cxnSpMkLst>
            <pc:docMk/>
            <pc:sldMk cId="3009237883" sldId="15742570"/>
            <ac:cxnSpMk id="39" creationId="{217C0D53-45E5-30EA-5834-FA927FF3C795}"/>
          </ac:cxnSpMkLst>
        </pc:cxnChg>
        <pc:cxnChg chg="add mod">
          <ac:chgData name="楠翔 盛" userId="8a22fe4ae455d837" providerId="LiveId" clId="{8BC36A76-E62C-4273-8582-FFB1BF23C538}" dt="2026-10-23T05:53:39.613" v="3141" actId="14100"/>
          <ac:cxnSpMkLst>
            <pc:docMk/>
            <pc:sldMk cId="3009237883" sldId="15742570"/>
            <ac:cxnSpMk id="41" creationId="{A637E427-B666-CA97-F54D-7D4F89D7BA84}"/>
          </ac:cxnSpMkLst>
        </pc:cxnChg>
        <pc:cxnChg chg="add del mod">
          <ac:chgData name="楠翔 盛" userId="8a22fe4ae455d837" providerId="LiveId" clId="{8BC36A76-E62C-4273-8582-FFB1BF23C538}" dt="2026-10-23T04:25:03.412" v="3096" actId="478"/>
          <ac:cxnSpMkLst>
            <pc:docMk/>
            <pc:sldMk cId="3009237883" sldId="15742570"/>
            <ac:cxnSpMk id="43" creationId="{9EE93018-C926-F4B5-B02A-FAA33743B2D4}"/>
          </ac:cxnSpMkLst>
        </pc:cxnChg>
        <pc:cxnChg chg="add mod topLvl">
          <ac:chgData name="楠翔 盛" userId="8a22fe4ae455d837" providerId="LiveId" clId="{8BC36A76-E62C-4273-8582-FFB1BF23C538}" dt="2026-10-23T05:54:22.888" v="3151" actId="165"/>
          <ac:cxnSpMkLst>
            <pc:docMk/>
            <pc:sldMk cId="3009237883" sldId="15742570"/>
            <ac:cxnSpMk id="46" creationId="{2E5DD2F1-934D-242C-089C-38D6DDFFCAAC}"/>
          </ac:cxnSpMkLst>
        </pc:cxnChg>
      </pc:sldChg>
      <pc:sldChg chg="addSp modSp new mod">
        <pc:chgData name="楠翔 盛" userId="8a22fe4ae455d837" providerId="LiveId" clId="{8BC36A76-E62C-4273-8582-FFB1BF23C538}" dt="2026-10-23T06:34:43.186" v="3759"/>
        <pc:sldMkLst>
          <pc:docMk/>
          <pc:sldMk cId="74715815" sldId="15742571"/>
        </pc:sldMkLst>
        <pc:spChg chg="add mod">
          <ac:chgData name="楠翔 盛" userId="8a22fe4ae455d837" providerId="LiveId" clId="{8BC36A76-E62C-4273-8582-FFB1BF23C538}" dt="2026-10-23T06:06:42.666" v="3691"/>
          <ac:spMkLst>
            <pc:docMk/>
            <pc:sldMk cId="74715815" sldId="15742571"/>
            <ac:spMk id="2" creationId="{23104B19-24F5-006D-DB6C-F9F5679E5B80}"/>
          </ac:spMkLst>
        </pc:spChg>
        <pc:spChg chg="add mod">
          <ac:chgData name="楠翔 盛" userId="8a22fe4ae455d837" providerId="LiveId" clId="{8BC36A76-E62C-4273-8582-FFB1BF23C538}" dt="2026-10-23T06:34:43.186" v="3759"/>
          <ac:spMkLst>
            <pc:docMk/>
            <pc:sldMk cId="74715815" sldId="15742571"/>
            <ac:spMk id="6" creationId="{38961DF9-ABCB-3301-D654-B4FF261F8E71}"/>
          </ac:spMkLst>
        </pc:spChg>
        <pc:picChg chg="add mod">
          <ac:chgData name="楠翔 盛" userId="8a22fe4ae455d837" providerId="LiveId" clId="{8BC36A76-E62C-4273-8582-FFB1BF23C538}" dt="2026-10-23T06:06:34.081" v="3674" actId="1076"/>
          <ac:picMkLst>
            <pc:docMk/>
            <pc:sldMk cId="74715815" sldId="15742571"/>
            <ac:picMk id="4" creationId="{AD8826AE-7656-80A4-A17F-9180D28B53EF}"/>
          </ac:picMkLst>
        </pc:picChg>
      </pc:sldChg>
      <pc:sldMasterChg chg="delSldLayout">
        <pc:chgData name="楠翔 盛" userId="8a22fe4ae455d837" providerId="LiveId" clId="{8BC36A76-E62C-4273-8582-FFB1BF23C538}" dt="2026-10-23T05:43:25.279" v="3105" actId="47"/>
        <pc:sldMasterMkLst>
          <pc:docMk/>
          <pc:sldMasterMk cId="3120308543" sldId="2147483662"/>
        </pc:sldMasterMkLst>
        <pc:sldLayoutChg chg="del">
          <pc:chgData name="楠翔 盛" userId="8a22fe4ae455d837" providerId="LiveId" clId="{8BC36A76-E62C-4273-8582-FFB1BF23C538}" dt="2026-10-23T05:43:25.279" v="3105" actId="47"/>
          <pc:sldLayoutMkLst>
            <pc:docMk/>
            <pc:sldMasterMk cId="3120308543" sldId="2147483662"/>
            <pc:sldLayoutMk cId="1320776983" sldId="214748366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D2018-1B90-4F6A-A637-180639EB00A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2B6A3-E7C4-4B6F-8565-FAEBBEFAD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13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46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ABA1-1FFF-C992-9467-0312C095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A6AF33-E4C3-E9E6-9FA6-4C7C32D1B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838BDD-D476-2C75-2D04-27F55303F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74F75C-1FE8-D7AF-4A19-4B4D80FD5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256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165BD-BC87-2294-38E5-8724227EE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157080-B713-36BC-7CB8-11FF5E94C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619A4F-2CC7-A558-6DD5-285F41A1F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D75C5D-E545-D4C2-E8D6-91F224EDA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179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D3F9A-A452-23B0-0344-C076C1BA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645AAD-DA89-11F8-C925-D0D7F8056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6DF00E-4CF2-F8A1-63BA-4E767C17F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CBB779-ED1F-F875-8DEC-90E186850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1583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57A2D-8123-5389-CB2F-8EDA15320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648D46-15DD-370F-15EE-EFFD4D938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C861DF-8E70-709E-D112-CFA970DCD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38C983-8BEB-9406-9706-4167CB02B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614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7DEB-E9C2-8CB6-228C-EF9DFED8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14BCF0-3EEA-830E-AB14-B907457DC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C6EEC-8120-A892-4FA5-B8DE24E9E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47FB0F-DB45-BBAC-A4FD-3FAFB61F5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7782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E8C7-5E9E-2EAD-39DE-2B29EFDE5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947E95-47E4-9286-8BDB-E77B02594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2085E0-BE4C-ED49-674D-BF49DABFF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B53B7A-545D-930E-8523-CFBE0818E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224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61F11-CA3C-7B7B-CFEA-C4C80C8F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EBEEB2-2EE4-2C43-D385-930B08A33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1341B3-C50E-3575-ACFE-B17BF2A6C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31D1AC-E3E0-0F5E-C415-D92A7BCE8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451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2638" y="6308421"/>
            <a:ext cx="2726724" cy="3017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74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2639" y="6308421"/>
            <a:ext cx="2726723" cy="30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40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228725"/>
            <a:ext cx="5181600" cy="49482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228725"/>
            <a:ext cx="5181600" cy="49482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412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11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8964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64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7288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6288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65995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2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8F0D76-B11D-4625-AABB-57004887DA2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23350-E38C-4807-A799-887AE14AC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218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883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3710214" y="1803170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3710214" y="2543158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3710214" y="3283147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3710214" y="4023135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3710214" y="1063182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3286498" y="848438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3286498" y="1586193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</p:txBody>
      </p:sp>
      <p:sp>
        <p:nvSpPr>
          <p:cNvPr id="32" name="TextBox 31"/>
          <p:cNvSpPr txBox="1"/>
          <p:nvPr userDrawn="1"/>
        </p:nvSpPr>
        <p:spPr>
          <a:xfrm>
            <a:off x="3286498" y="2323947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</p:txBody>
      </p:sp>
      <p:sp>
        <p:nvSpPr>
          <p:cNvPr id="33" name="TextBox 32"/>
          <p:cNvSpPr txBox="1"/>
          <p:nvPr userDrawn="1"/>
        </p:nvSpPr>
        <p:spPr>
          <a:xfrm>
            <a:off x="3286498" y="3061702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3286498" y="3799456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</a:p>
        </p:txBody>
      </p:sp>
      <p:sp>
        <p:nvSpPr>
          <p:cNvPr id="44" name="Text Placeholder 37"/>
          <p:cNvSpPr>
            <a:spLocks noGrp="1"/>
          </p:cNvSpPr>
          <p:nvPr>
            <p:ph type="body" sz="quarter" idx="10" hasCustomPrompt="1"/>
          </p:nvPr>
        </p:nvSpPr>
        <p:spPr>
          <a:xfrm>
            <a:off x="4123940" y="106318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5" name="Text Placeholder 37"/>
          <p:cNvSpPr>
            <a:spLocks noGrp="1"/>
          </p:cNvSpPr>
          <p:nvPr>
            <p:ph type="body" sz="quarter" idx="11" hasCustomPrompt="1"/>
          </p:nvPr>
        </p:nvSpPr>
        <p:spPr>
          <a:xfrm>
            <a:off x="4123939" y="181628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6" name="Text Placeholder 37"/>
          <p:cNvSpPr>
            <a:spLocks noGrp="1"/>
          </p:cNvSpPr>
          <p:nvPr>
            <p:ph type="body" sz="quarter" idx="12" hasCustomPrompt="1"/>
          </p:nvPr>
        </p:nvSpPr>
        <p:spPr>
          <a:xfrm>
            <a:off x="4123939" y="2530048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7" name="Text Placehold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4123938" y="3283148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8" name="Text Placehold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4123939" y="4023135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4" name="Rectangle 21"/>
          <p:cNvSpPr/>
          <p:nvPr userDrawn="1"/>
        </p:nvSpPr>
        <p:spPr>
          <a:xfrm>
            <a:off x="3710214" y="4763122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5" name="TextBox 29"/>
          <p:cNvSpPr txBox="1"/>
          <p:nvPr userDrawn="1"/>
        </p:nvSpPr>
        <p:spPr>
          <a:xfrm>
            <a:off x="3286498" y="4548378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</a:p>
        </p:txBody>
      </p:sp>
      <p:sp>
        <p:nvSpPr>
          <p:cNvPr id="27" name="Text Placeholder 37"/>
          <p:cNvSpPr>
            <a:spLocks noGrp="1"/>
          </p:cNvSpPr>
          <p:nvPr>
            <p:ph type="body" sz="quarter" idx="15" hasCustomPrompt="1"/>
          </p:nvPr>
        </p:nvSpPr>
        <p:spPr>
          <a:xfrm>
            <a:off x="4123940" y="476312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81728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40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27600"/>
            <a:ext cx="10515600" cy="495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6400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01AA52-932F-4EA8-990C-84309216AA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8827" y="6400414"/>
            <a:ext cx="4674973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Confidential.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Hannto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 Technology Ltd. ©	</a:t>
            </a:r>
            <a:fld id="{175A459A-AA0E-4B86-B5AB-F55C0454CB9E}" type="datetime1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10/23/2026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732639" y="6308421"/>
            <a:ext cx="2726723" cy="301757"/>
          </a:xfrm>
          <a:prstGeom prst="rect">
            <a:avLst/>
          </a:prstGeom>
          <a:solidFill>
            <a:schemeClr val="bg1">
              <a:alpha val="3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2030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60" r:id="rId13"/>
    <p:sldLayoutId id="214748366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5000"/>
        <a:buFont typeface="Microsoft YaHei UI" panose="020B0503020204020204" pitchFamily="34" charset="-122"/>
        <a:buChar char="−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6400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01AA52-932F-4EA8-990C-84309216AA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74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5000"/>
        <a:buFont typeface="Microsoft YaHei UI" panose="020B0503020204020204" pitchFamily="34" charset="-122"/>
        <a:buChar char="−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19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27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notesSlide" Target="../notesSlides/notesSlide6.xml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image" Target="../media/image8.jp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image" Target="../media/image7.png"/><Relationship Id="rId5" Type="http://schemas.openxmlformats.org/officeDocument/2006/relationships/tags" Target="../tags/tag51.xml"/><Relationship Id="rId10" Type="http://schemas.openxmlformats.org/officeDocument/2006/relationships/image" Target="../media/image6.jpeg"/><Relationship Id="rId4" Type="http://schemas.openxmlformats.org/officeDocument/2006/relationships/tags" Target="../tags/tag50.xml"/><Relationship Id="rId9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13.jpe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97907" y="1355985"/>
            <a:ext cx="6680621" cy="1345651"/>
          </a:xfrm>
        </p:spPr>
        <p:txBody>
          <a:bodyPr>
            <a:normAutofit/>
          </a:bodyPr>
          <a:lstStyle/>
          <a:p>
            <a:r>
              <a:rPr lang="en-US" altLang="zh-CN" sz="6000" dirty="0" err="1">
                <a:latin typeface="+mj-ea"/>
                <a:ea typeface="+mj-ea"/>
              </a:rPr>
              <a:t>AiKen</a:t>
            </a:r>
            <a:r>
              <a:rPr lang="en-US" altLang="zh-CN" sz="6000" dirty="0">
                <a:latin typeface="+mj-ea"/>
                <a:ea typeface="+mj-ea"/>
              </a:rPr>
              <a:t> JY SI/DO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BB76D5-EE17-2555-392C-F03AFDE0AC5F}"/>
              </a:ext>
            </a:extLst>
          </p:cNvPr>
          <p:cNvSpPr txBox="1">
            <a:spLocks/>
          </p:cNvSpPr>
          <p:nvPr/>
        </p:nvSpPr>
        <p:spPr>
          <a:xfrm>
            <a:off x="2197908" y="3057236"/>
            <a:ext cx="3978448" cy="1345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2026/10/19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678158"/>
              </p:ext>
            </p:extLst>
          </p:nvPr>
        </p:nvGraphicFramePr>
        <p:xfrm>
          <a:off x="5638765" y="510908"/>
          <a:ext cx="6111271" cy="464400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6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Constrain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品牌投资型定位：不以利润为由改变运营纪律；</a:t>
                      </a:r>
                      <a:endParaRPr lang="en-US" altLang="zh-CN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zh-CN" altLang="en-US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品牌定位：不进入参数比较框架，品牌叙事锚定“影像潮玩”；</a:t>
                      </a:r>
                      <a:endParaRPr lang="en-US" altLang="zh-CN" sz="14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zh-CN" altLang="en-US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飞轮纪律：不主动降价贬值、砍体验、砍投放等反向操作；</a:t>
                      </a:r>
                      <a:endParaRPr lang="en-US" altLang="zh-CN" sz="14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zh-CN" altLang="en-US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定义的闭环体验不完整不发，不带伤上市；</a:t>
                      </a:r>
                      <a:endParaRPr lang="en-US" altLang="zh-CN" sz="14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zh-CN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10</a:t>
                      </a:r>
                      <a:r>
                        <a:rPr lang="zh-CN" altLang="en-US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月前投入作为沉没成本切割；</a:t>
                      </a:r>
                      <a:endParaRPr lang="en-US" altLang="zh-CN" sz="14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Optimize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en-US" altLang="zh-CN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27</a:t>
                      </a:r>
                      <a:r>
                        <a:rPr lang="zh-CN" altLang="en-US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年</a:t>
                      </a:r>
                      <a:r>
                        <a:rPr lang="en-US" altLang="zh-CN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Q2</a:t>
                      </a:r>
                      <a:r>
                        <a:rPr lang="zh-CN" altLang="en-US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尾上市；</a:t>
                      </a:r>
                      <a:endParaRPr lang="en-US" altLang="zh-CN" sz="14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zh-CN" altLang="en-US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定价 </a:t>
                      </a:r>
                      <a:r>
                        <a:rPr lang="en-US" altLang="zh-CN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599</a:t>
                      </a:r>
                      <a:r>
                        <a:rPr lang="zh-CN" altLang="en-US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，筛除比价人群，保留投放空间；</a:t>
                      </a:r>
                      <a:endParaRPr lang="en-US" altLang="zh-CN" sz="14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zh-CN" altLang="en-US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首批投产</a:t>
                      </a:r>
                      <a:r>
                        <a:rPr lang="en-US" altLang="zh-CN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3000</a:t>
                      </a:r>
                      <a:r>
                        <a:rPr lang="zh-CN" altLang="en-US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台，按季生产补货；</a:t>
                      </a:r>
                      <a:endParaRPr lang="en-US" altLang="zh-CN" sz="14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Accept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批量小成本高：低预测量下</a:t>
                      </a:r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BOM</a:t>
                      </a: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上浮；</a:t>
                      </a:r>
                      <a:endParaRPr lang="en-US" altLang="zh-CN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单品利润率：毛利结构服从飞轮纪律；</a:t>
                      </a:r>
                      <a:endParaRPr lang="en-US" altLang="zh-CN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P5-P10</a:t>
                      </a: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概率发生：不触发自动停止，触发</a:t>
                      </a:r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checkpoint</a:t>
                      </a: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诊断与策略调整</a:t>
                      </a:r>
                      <a:endParaRPr lang="en-US" altLang="zh-CN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41964" y="997614"/>
            <a:ext cx="4769133" cy="5349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总纲：</a:t>
            </a:r>
            <a:r>
              <a:rPr kumimoji="0" lang="zh-CN" altLang="en-US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本项目是品牌投资型项目，不以利润为核心诉求，以潮玩影像品类第一款产品为极印注入情绪型基因，同时验证</a:t>
            </a:r>
            <a:r>
              <a:rPr kumimoji="0" lang="en-US" altLang="zh-CN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</a:t>
            </a:r>
            <a:r>
              <a:rPr kumimoji="0" lang="zh-CN" altLang="en-US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端打法。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Strategic Intent</a:t>
            </a:r>
            <a:r>
              <a:rPr kumimoji="0" lang="zh-CN" altLang="en-US" sz="1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：</a:t>
            </a:r>
            <a:endParaRPr kumimoji="0" lang="en-US" altLang="zh-CN" sz="14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lvl="0" indent="-342900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增强极印品牌：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以独立品类第一款切入，承接品牌蓝图跃迁（工具型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情绪型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创作型）；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打造优秀的闭环体验：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打造拍摄（快速开机、仪式感）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“冲印”（稳定快速传输、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App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可用性）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出片（滤镜、特效）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分享（拼贴、一键社媒）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生态（打印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App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端联动）的完整闭环；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验证</a:t>
            </a:r>
            <a:r>
              <a:rPr lang="en-US" altLang="zh-CN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</a:t>
            </a: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端业务飞轮：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体验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声量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销量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再投入，转起来并验证；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试点新的销量预测模型：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从三场景预测转向概率分布，引导经营动作目标。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00CC31A-5351-3928-03DA-127C01DEC63B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2695097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战略意图与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COA</a:t>
            </a:r>
            <a:endParaRPr lang="zh-CN" altLang="en-US" sz="28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8872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EE03D-0121-2CD9-DC45-1453FAC88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616C837D-15C2-E500-55B2-20E809670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908"/>
            <a:ext cx="3203121" cy="480131"/>
          </a:xfr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SI 1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：增强极印品牌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B3FA338-8B4D-489A-5DCD-64B5E4B3F582}"/>
              </a:ext>
            </a:extLst>
          </p:cNvPr>
          <p:cNvGrpSpPr/>
          <p:nvPr/>
        </p:nvGrpSpPr>
        <p:grpSpPr>
          <a:xfrm>
            <a:off x="731521" y="1095334"/>
            <a:ext cx="3474720" cy="3924139"/>
            <a:chOff x="731520" y="1280159"/>
            <a:chExt cx="3474720" cy="392413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D39AE42-7CE8-4ACF-E7A2-80A6BE5A3F3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31520" y="1280159"/>
              <a:ext cx="3474720" cy="392413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D12660-30F2-50FD-E9A5-24DBB30D4D0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838199" y="1354425"/>
              <a:ext cx="324741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b="1" dirty="0">
                  <a:solidFill>
                    <a:schemeClr val="accent1"/>
                  </a:solidFill>
                  <a:latin typeface="Segoe UI" panose="020B0502040204020203"/>
                </a:rPr>
                <a:t>品牌战略骨架：极印要成为什么？</a:t>
              </a:r>
              <a:endParaRPr sz="700" b="0" dirty="0">
                <a:solidFill>
                  <a:schemeClr val="accent1"/>
                </a:solidFill>
                <a:latin typeface="微软雅黑" panose="020B0503020204020204" charset="-122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1626D9-B7E2-1F3A-68FE-81BAEB58C6E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838198" y="1918073"/>
              <a:ext cx="3247417" cy="30218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200" dirty="0">
                  <a:solidFill>
                    <a:schemeClr val="accent1"/>
                  </a:solidFill>
                </a:rPr>
                <a:t>品牌使命</a:t>
              </a:r>
              <a:endParaRPr lang="en-US" altLang="zh-CN" sz="1200" dirty="0">
                <a:solidFill>
                  <a:schemeClr val="accent1"/>
                </a:solidFill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b="1" dirty="0">
                  <a:solidFill>
                    <a:schemeClr val="accent1"/>
                  </a:solidFill>
                </a:rPr>
                <a:t>让值得留下来的，真正留下来</a:t>
              </a:r>
              <a:endParaRPr lang="en-US" altLang="zh-CN" b="1" dirty="0">
                <a:solidFill>
                  <a:schemeClr val="accent1"/>
                </a:solidFill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100" dirty="0">
                  <a:solidFill>
                    <a:schemeClr val="accent1"/>
                  </a:solidFill>
                </a:rPr>
                <a:t>洞察：记录越来越容易，真正留下来越来越难</a:t>
              </a:r>
              <a:endParaRPr lang="en-US" altLang="zh-CN" sz="1100" dirty="0">
                <a:solidFill>
                  <a:schemeClr val="accent1"/>
                </a:solidFill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endParaRPr lang="en-US" altLang="zh-CN" dirty="0">
                <a:solidFill>
                  <a:schemeClr val="accent1"/>
                </a:solidFill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200" dirty="0">
                  <a:solidFill>
                    <a:schemeClr val="accent1"/>
                  </a:solidFill>
                </a:rPr>
                <a:t>品牌原型</a:t>
              </a:r>
              <a:endParaRPr lang="en-US" altLang="zh-CN" sz="1200" dirty="0">
                <a:solidFill>
                  <a:schemeClr val="accent1"/>
                </a:solidFill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b="1" dirty="0">
                  <a:solidFill>
                    <a:schemeClr val="accent1"/>
                  </a:solidFill>
                </a:rPr>
                <a:t>Creator</a:t>
              </a:r>
              <a:r>
                <a:rPr lang="zh-CN" altLang="en-US" b="1" dirty="0">
                  <a:solidFill>
                    <a:schemeClr val="accent1"/>
                  </a:solidFill>
                </a:rPr>
                <a:t>（创作者）</a:t>
              </a:r>
              <a:r>
                <a:rPr lang="en-US" altLang="zh-CN" b="1" dirty="0">
                  <a:solidFill>
                    <a:schemeClr val="accent1"/>
                  </a:solidFill>
                </a:rPr>
                <a:t> x Jester</a:t>
              </a:r>
              <a:r>
                <a:rPr lang="zh-CN" altLang="en-US" b="1" dirty="0">
                  <a:solidFill>
                    <a:schemeClr val="accent1"/>
                  </a:solidFill>
                </a:rPr>
                <a:t>（玩趣派）</a:t>
              </a:r>
              <a:endParaRPr lang="en-US" altLang="zh-CN" b="1" dirty="0">
                <a:solidFill>
                  <a:schemeClr val="accent1"/>
                </a:solidFill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100" dirty="0">
                  <a:solidFill>
                    <a:schemeClr val="accent1"/>
                  </a:solidFill>
                </a:rPr>
                <a:t>Creator</a:t>
              </a:r>
              <a:r>
                <a:rPr lang="zh-CN" altLang="en-US" sz="1100" dirty="0">
                  <a:solidFill>
                    <a:schemeClr val="accent1"/>
                  </a:solidFill>
                </a:rPr>
                <a:t>敢信敢下单，</a:t>
              </a:r>
              <a:r>
                <a:rPr lang="en-US" altLang="zh-CN" sz="1100" dirty="0">
                  <a:solidFill>
                    <a:schemeClr val="accent1"/>
                  </a:solidFill>
                </a:rPr>
                <a:t>Jester</a:t>
              </a:r>
              <a:r>
                <a:rPr lang="zh-CN" altLang="en-US" sz="1100" dirty="0">
                  <a:solidFill>
                    <a:schemeClr val="accent1"/>
                  </a:solidFill>
                </a:rPr>
                <a:t>敢玩玩上瘾</a:t>
              </a:r>
              <a:endParaRPr lang="en-US" altLang="zh-CN" sz="1100" dirty="0">
                <a:solidFill>
                  <a:schemeClr val="accent1"/>
                </a:solidFill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endParaRPr lang="en-US" dirty="0">
                <a:solidFill>
                  <a:schemeClr val="accent1"/>
                </a:solidFill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200" dirty="0">
                  <a:solidFill>
                    <a:schemeClr val="accent1"/>
                  </a:solidFill>
                </a:rPr>
                <a:t>战略跃迁</a:t>
              </a:r>
              <a:endParaRPr lang="en-US" altLang="zh-CN" sz="1200" dirty="0">
                <a:solidFill>
                  <a:schemeClr val="accent1"/>
                </a:solidFill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b="1" dirty="0">
                  <a:solidFill>
                    <a:schemeClr val="accent1"/>
                  </a:solidFill>
                </a:rPr>
                <a:t>工具型 </a:t>
              </a:r>
              <a:r>
                <a:rPr lang="en-US" altLang="zh-CN" b="1" dirty="0">
                  <a:solidFill>
                    <a:schemeClr val="accent1"/>
                  </a:solidFill>
                </a:rPr>
                <a:t>-&gt; </a:t>
              </a:r>
              <a:r>
                <a:rPr lang="zh-CN" altLang="en-US" b="1" dirty="0">
                  <a:solidFill>
                    <a:schemeClr val="accent1"/>
                  </a:solidFill>
                </a:rPr>
                <a:t>情绪型 </a:t>
              </a:r>
              <a:r>
                <a:rPr lang="en-US" altLang="zh-CN" b="1" dirty="0">
                  <a:solidFill>
                    <a:schemeClr val="accent1"/>
                  </a:solidFill>
                </a:rPr>
                <a:t>-&gt; </a:t>
              </a:r>
              <a:r>
                <a:rPr lang="zh-CN" altLang="en-US" b="1" dirty="0">
                  <a:solidFill>
                    <a:schemeClr val="accent1"/>
                  </a:solidFill>
                </a:rPr>
                <a:t>创作型生活方式</a:t>
              </a:r>
              <a:endParaRPr lang="en-US" altLang="zh-CN" b="1" dirty="0">
                <a:solidFill>
                  <a:schemeClr val="accent1"/>
                </a:solidFill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100" dirty="0" err="1">
                  <a:solidFill>
                    <a:schemeClr val="accent1"/>
                  </a:solidFill>
                </a:rPr>
                <a:t>AiKen</a:t>
              </a:r>
              <a:r>
                <a:rPr lang="zh-CN" altLang="en-US" sz="1100" dirty="0">
                  <a:solidFill>
                    <a:schemeClr val="accent1"/>
                  </a:solidFill>
                </a:rPr>
                <a:t>锚定情绪型</a:t>
              </a:r>
              <a:endParaRPr sz="11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925A0ED0-A2ED-6E23-0D4D-C2CC6790444F}"/>
              </a:ext>
            </a:extLst>
          </p:cNvPr>
          <p:cNvGrpSpPr/>
          <p:nvPr/>
        </p:nvGrpSpPr>
        <p:grpSpPr>
          <a:xfrm>
            <a:off x="8229600" y="1095335"/>
            <a:ext cx="3474720" cy="3924138"/>
            <a:chOff x="8229599" y="1280160"/>
            <a:chExt cx="3474720" cy="3924138"/>
          </a:xfrm>
          <a:solidFill>
            <a:schemeClr val="bg1"/>
          </a:solidFill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573C689D-4988-1A2D-929D-14C763D0EDA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229599" y="1280160"/>
              <a:ext cx="3474720" cy="3924138"/>
            </a:xfrm>
            <a:prstGeom prst="roundRect">
              <a:avLst>
                <a:gd name="adj" fmla="val 0"/>
              </a:avLst>
            </a:prstGeom>
            <a:grpFill/>
            <a:ln w="12700">
              <a:solidFill>
                <a:schemeClr val="accent1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6">
              <a:extLst>
                <a:ext uri="{FF2B5EF4-FFF2-40B4-BE49-F238E27FC236}">
                  <a16:creationId xmlns:a16="http://schemas.microsoft.com/office/drawing/2014/main" id="{A27114A5-C87B-72D2-086F-3F7BB7701410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8344710" y="1354425"/>
              <a:ext cx="3247417" cy="307777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b="1" dirty="0">
                  <a:solidFill>
                    <a:schemeClr val="accent1"/>
                  </a:solidFill>
                  <a:latin typeface="Segoe UI" panose="020B0502040204020203"/>
                </a:rPr>
                <a:t>对齐点：品牌战略 </a:t>
              </a:r>
              <a:r>
                <a:rPr lang="en-US" altLang="zh-CN" sz="1400" b="1" dirty="0">
                  <a:solidFill>
                    <a:schemeClr val="accent1"/>
                  </a:solidFill>
                  <a:latin typeface="Segoe UI" panose="020B0502040204020203"/>
                </a:rPr>
                <a:t>- </a:t>
              </a:r>
              <a:r>
                <a:rPr lang="en-US" altLang="zh-CN" sz="1400" b="1" dirty="0" err="1">
                  <a:solidFill>
                    <a:schemeClr val="accent1"/>
                  </a:solidFill>
                  <a:latin typeface="Segoe UI" panose="020B0502040204020203"/>
                </a:rPr>
                <a:t>AiKen</a:t>
              </a:r>
              <a:endParaRPr sz="700" b="0" dirty="0">
                <a:solidFill>
                  <a:schemeClr val="accent1"/>
                </a:solidFill>
                <a:latin typeface="微软雅黑" panose="020B0503020204020204" charset="-122"/>
              </a:endParaRPr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DAF6E3EB-4F4A-EB8B-7A46-BE322AD0858C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8344709" y="1918073"/>
              <a:ext cx="3247417" cy="2755626"/>
            </a:xfrm>
            <a:prstGeom prst="rect">
              <a:avLst/>
            </a:prstGeom>
            <a:grpFill/>
            <a:ln w="38100">
              <a:noFill/>
            </a:ln>
          </p:spPr>
          <p:txBody>
            <a:bodyPr wrap="square">
              <a:spAutoFit/>
            </a:bodyPr>
            <a:lstStyle/>
            <a:p>
              <a:pPr marL="228600" indent="-228600" algn="l">
                <a:lnSpc>
                  <a:spcPts val="2100"/>
                </a:lnSpc>
                <a:buAutoNum type="arabicPeriod"/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200" b="1" dirty="0">
                  <a:solidFill>
                    <a:schemeClr val="accent1"/>
                  </a:solidFill>
                </a:rPr>
                <a:t>品牌原型载体：</a:t>
              </a:r>
              <a:r>
                <a:rPr lang="zh-CN" altLang="en-US" sz="1200" dirty="0">
                  <a:solidFill>
                    <a:schemeClr val="accent1"/>
                  </a:solidFill>
                </a:rPr>
                <a:t>无屏</a:t>
              </a:r>
              <a:r>
                <a:rPr lang="en-US" altLang="zh-CN" sz="1200" dirty="0">
                  <a:solidFill>
                    <a:schemeClr val="accent1"/>
                  </a:solidFill>
                </a:rPr>
                <a:t>+36</a:t>
              </a:r>
              <a:r>
                <a:rPr lang="zh-CN" altLang="en-US" sz="1200" dirty="0">
                  <a:solidFill>
                    <a:schemeClr val="accent1"/>
                  </a:solidFill>
                </a:rPr>
                <a:t>张</a:t>
              </a:r>
              <a:r>
                <a:rPr lang="en-US" altLang="zh-CN" sz="1200" dirty="0">
                  <a:solidFill>
                    <a:schemeClr val="accent1"/>
                  </a:solidFill>
                </a:rPr>
                <a:t>+</a:t>
              </a:r>
              <a:r>
                <a:rPr lang="zh-CN" altLang="en-US" sz="1200" dirty="0">
                  <a:solidFill>
                    <a:schemeClr val="accent1"/>
                  </a:solidFill>
                </a:rPr>
                <a:t>风格及特效</a:t>
              </a:r>
              <a:r>
                <a:rPr lang="en-US" altLang="zh-CN" sz="1200" dirty="0">
                  <a:solidFill>
                    <a:schemeClr val="accent1"/>
                  </a:solidFill>
                </a:rPr>
                <a:t> -&gt; </a:t>
              </a:r>
              <a:r>
                <a:rPr lang="zh-CN" altLang="en-US" sz="1200" dirty="0">
                  <a:solidFill>
                    <a:schemeClr val="accent1"/>
                  </a:solidFill>
                </a:rPr>
                <a:t>体验符合</a:t>
              </a:r>
              <a:r>
                <a:rPr lang="en-US" altLang="zh-CN" sz="1200" dirty="0">
                  <a:solidFill>
                    <a:schemeClr val="accent1"/>
                  </a:solidFill>
                </a:rPr>
                <a:t>Creator</a:t>
              </a:r>
              <a:r>
                <a:rPr lang="zh-CN" altLang="en-US" sz="1200" dirty="0">
                  <a:solidFill>
                    <a:schemeClr val="accent1"/>
                  </a:solidFill>
                </a:rPr>
                <a:t>的认真创作和</a:t>
              </a:r>
              <a:r>
                <a:rPr lang="en-US" altLang="zh-CN" sz="1200" dirty="0">
                  <a:solidFill>
                    <a:schemeClr val="accent1"/>
                  </a:solidFill>
                </a:rPr>
                <a:t>Jester</a:t>
              </a:r>
              <a:r>
                <a:rPr lang="zh-CN" altLang="en-US" sz="1200" dirty="0">
                  <a:solidFill>
                    <a:schemeClr val="accent1"/>
                  </a:solidFill>
                </a:rPr>
                <a:t>的玩趣彩蛋；</a:t>
              </a:r>
              <a:endParaRPr lang="en-US" altLang="zh-CN" sz="1200" dirty="0">
                <a:solidFill>
                  <a:schemeClr val="accent1"/>
                </a:solidFill>
              </a:endParaRPr>
            </a:p>
            <a:p>
              <a:pPr marL="228600" indent="-228600" algn="l">
                <a:lnSpc>
                  <a:spcPts val="2100"/>
                </a:lnSpc>
                <a:buAutoNum type="arabicPeriod"/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200" b="1" dirty="0">
                  <a:solidFill>
                    <a:schemeClr val="accent1"/>
                  </a:solidFill>
                </a:rPr>
                <a:t>战略跃迁：</a:t>
              </a:r>
              <a:r>
                <a:rPr lang="en-US" altLang="zh-CN" sz="1200" dirty="0" err="1">
                  <a:solidFill>
                    <a:schemeClr val="accent1"/>
                  </a:solidFill>
                </a:rPr>
                <a:t>AiKen</a:t>
              </a:r>
              <a:r>
                <a:rPr lang="zh-CN" altLang="en-US" sz="1200" dirty="0">
                  <a:solidFill>
                    <a:schemeClr val="accent1"/>
                  </a:solidFill>
                </a:rPr>
                <a:t>的核心是设备仪式感</a:t>
              </a:r>
              <a:r>
                <a:rPr lang="en-US" altLang="zh-CN" sz="1200" dirty="0">
                  <a:solidFill>
                    <a:schemeClr val="accent1"/>
                  </a:solidFill>
                </a:rPr>
                <a:t>+</a:t>
              </a:r>
              <a:r>
                <a:rPr lang="zh-CN" altLang="en-US" sz="1200" dirty="0">
                  <a:solidFill>
                    <a:schemeClr val="accent1"/>
                  </a:solidFill>
                </a:rPr>
                <a:t>内容情感密度，天生就是情绪型产品；</a:t>
              </a:r>
              <a:endParaRPr lang="en-US" altLang="zh-CN" sz="1200" dirty="0">
                <a:solidFill>
                  <a:schemeClr val="accent1"/>
                </a:solidFill>
              </a:endParaRPr>
            </a:p>
            <a:p>
              <a:pPr marL="228600" indent="-228600" algn="l">
                <a:lnSpc>
                  <a:spcPts val="2100"/>
                </a:lnSpc>
                <a:buAutoNum type="arabicPeriod"/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200" b="1" dirty="0">
                  <a:solidFill>
                    <a:schemeClr val="accent1"/>
                  </a:solidFill>
                </a:rPr>
                <a:t>核心人群的年轻入口：</a:t>
              </a:r>
              <a:r>
                <a:rPr lang="en-US" altLang="zh-CN" sz="1200" dirty="0" err="1">
                  <a:solidFill>
                    <a:schemeClr val="accent1"/>
                  </a:solidFill>
                </a:rPr>
                <a:t>AiKen</a:t>
              </a:r>
              <a:r>
                <a:rPr lang="zh-CN" altLang="en-US" sz="1200" dirty="0">
                  <a:solidFill>
                    <a:schemeClr val="accent1"/>
                  </a:solidFill>
                </a:rPr>
                <a:t>覆盖</a:t>
              </a:r>
              <a:r>
                <a:rPr lang="en-US" altLang="zh-CN" sz="1200" dirty="0">
                  <a:solidFill>
                    <a:schemeClr val="accent1"/>
                  </a:solidFill>
                </a:rPr>
                <a:t>18-30</a:t>
              </a:r>
              <a:r>
                <a:rPr lang="zh-CN" altLang="en-US" sz="1200" dirty="0">
                  <a:solidFill>
                    <a:schemeClr val="accent1"/>
                  </a:solidFill>
                </a:rPr>
                <a:t>岁年轻入口段，先进圈再导入印创生态；</a:t>
              </a:r>
              <a:endParaRPr lang="en-US" altLang="zh-CN" sz="1200" dirty="0">
                <a:solidFill>
                  <a:schemeClr val="accent1"/>
                </a:solidFill>
              </a:endParaRPr>
            </a:p>
            <a:p>
              <a:pPr marL="228600" indent="-228600" algn="l">
                <a:lnSpc>
                  <a:spcPts val="2100"/>
                </a:lnSpc>
                <a:buAutoNum type="arabicPeriod"/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200" b="1" dirty="0">
                  <a:solidFill>
                    <a:schemeClr val="accent1"/>
                  </a:solidFill>
                </a:rPr>
                <a:t>丰富创作上游：</a:t>
              </a:r>
              <a:r>
                <a:rPr lang="zh-CN" altLang="en-US" sz="1200" dirty="0">
                  <a:solidFill>
                    <a:schemeClr val="accent1"/>
                  </a:solidFill>
                </a:rPr>
                <a:t>原来创作素材默认来自手机。</a:t>
              </a:r>
              <a:r>
                <a:rPr lang="en-US" altLang="zh-CN" sz="1200" dirty="0" err="1">
                  <a:solidFill>
                    <a:schemeClr val="accent1"/>
                  </a:solidFill>
                </a:rPr>
                <a:t>AiKen</a:t>
              </a:r>
              <a:r>
                <a:rPr lang="zh-CN" altLang="en-US" sz="1200" dirty="0">
                  <a:solidFill>
                    <a:schemeClr val="accent1"/>
                  </a:solidFill>
                </a:rPr>
                <a:t>把素材输入仪式化，与下游印创无缝衔接带来更多发现可能性。</a:t>
              </a:r>
            </a:p>
          </p:txBody>
        </p:sp>
      </p:grp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4623D673-A92C-B305-600B-1387A672364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480560" y="1095335"/>
            <a:ext cx="3474720" cy="392413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92E386E-B25B-1D0D-6CBD-5886CC92A01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94211" y="1169600"/>
            <a:ext cx="32474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accent1"/>
                </a:solidFill>
                <a:latin typeface="Segoe UI" panose="020B0502040204020203"/>
              </a:rPr>
              <a:t>品牌架构：三大品类</a:t>
            </a:r>
            <a:endParaRPr sz="700" b="0" dirty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B6E35B62-564A-17DF-0173-697C3AD8ED3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94210" y="3445316"/>
            <a:ext cx="3247417" cy="600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chemeClr val="accent1"/>
                </a:solidFill>
                <a:latin typeface="+mn-ea"/>
              </a:rPr>
              <a:t>无冲突，有互动：</a:t>
            </a:r>
            <a:r>
              <a:rPr lang="en-US" altLang="zh-CN" sz="1200" dirty="0" err="1">
                <a:solidFill>
                  <a:schemeClr val="accent1"/>
                </a:solidFill>
                <a:latin typeface="+mn-ea"/>
              </a:rPr>
              <a:t>AiKen</a:t>
            </a: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zh-CN" altLang="en-US" sz="1200" dirty="0">
                <a:solidFill>
                  <a:schemeClr val="accent1"/>
                </a:solidFill>
                <a:latin typeface="+mn-ea"/>
              </a:rPr>
              <a:t>是拍的仪式，照片打印机是印的便捷。</a:t>
            </a: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App</a:t>
            </a:r>
            <a:r>
              <a:rPr lang="zh-CN" altLang="en-US" sz="1200" dirty="0">
                <a:solidFill>
                  <a:schemeClr val="accent1"/>
                </a:solidFill>
                <a:latin typeface="+mn-ea"/>
              </a:rPr>
              <a:t>端可联通 拍</a:t>
            </a: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accent1"/>
                </a:solidFill>
                <a:latin typeface="+mn-ea"/>
              </a:rPr>
              <a:t>创</a:t>
            </a: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accent1"/>
                </a:solidFill>
                <a:latin typeface="+mn-ea"/>
              </a:rPr>
              <a:t>印。</a:t>
            </a:r>
            <a:endParaRPr lang="en-US" altLang="zh-CN" sz="12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3" name="Rounded Rectangle 8">
            <a:extLst>
              <a:ext uri="{FF2B5EF4-FFF2-40B4-BE49-F238E27FC236}">
                <a16:creationId xmlns:a16="http://schemas.microsoft.com/office/drawing/2014/main" id="{AB98B0DA-D6C2-9AB0-E856-735C39D6EB6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553402" y="1733249"/>
            <a:ext cx="1086744" cy="124203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accent1"/>
                </a:solidFill>
                <a:latin typeface="+mn-ea"/>
              </a:rPr>
              <a:t>潮玩相机</a:t>
            </a:r>
            <a:endParaRPr lang="en-US" sz="1200" dirty="0">
              <a:solidFill>
                <a:schemeClr val="accent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 err="1">
                <a:solidFill>
                  <a:schemeClr val="accent1"/>
                </a:solidFill>
                <a:latin typeface="+mn-ea"/>
              </a:rPr>
              <a:t>AiKen</a:t>
            </a: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zh-CN" altLang="en-US" sz="1200" dirty="0">
                <a:solidFill>
                  <a:schemeClr val="accent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599</a:t>
            </a:r>
            <a:endParaRPr sz="12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E75D3E59-007E-7C1B-5174-6934A154B14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682136" y="1733248"/>
            <a:ext cx="1086744" cy="12420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accent1"/>
                </a:solidFill>
                <a:latin typeface="+mn-ea"/>
              </a:rPr>
              <a:t>照片打印机</a:t>
            </a:r>
            <a:endParaRPr lang="en-US" sz="1200" dirty="0">
              <a:solidFill>
                <a:schemeClr val="accent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N1 </a:t>
            </a:r>
            <a:r>
              <a:rPr lang="zh-CN" altLang="en-US" sz="1200" dirty="0">
                <a:solidFill>
                  <a:schemeClr val="accent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459</a:t>
            </a: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N2 </a:t>
            </a:r>
            <a:r>
              <a:rPr lang="zh-CN" altLang="en-US" sz="1200" dirty="0">
                <a:solidFill>
                  <a:schemeClr val="accent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649</a:t>
            </a: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N3 </a:t>
            </a:r>
            <a:r>
              <a:rPr lang="zh-CN" altLang="en-US" sz="1200" dirty="0">
                <a:solidFill>
                  <a:schemeClr val="accent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799</a:t>
            </a:r>
            <a:endParaRPr sz="12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2835B1A4-1A89-7DC7-6294-ED0A18C7F4F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10869" y="1733248"/>
            <a:ext cx="1086744" cy="12420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accent1"/>
                </a:solidFill>
                <a:latin typeface="+mn-ea"/>
              </a:rPr>
              <a:t>打印切割机</a:t>
            </a:r>
            <a:endParaRPr lang="en-US" sz="1200" dirty="0">
              <a:solidFill>
                <a:schemeClr val="accent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S1 </a:t>
            </a:r>
            <a:r>
              <a:rPr lang="zh-CN" altLang="en-US" sz="1200" dirty="0">
                <a:solidFill>
                  <a:schemeClr val="accent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accent1"/>
                </a:solidFill>
                <a:latin typeface="+mn-ea"/>
              </a:rPr>
              <a:t>1799</a:t>
            </a:r>
            <a:endParaRPr sz="12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06139D6D-CEC7-889C-2684-645E1B2B572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549120" y="5264598"/>
            <a:ext cx="2520000" cy="8151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altLang="zh-CN" sz="1100" b="1" dirty="0" err="1">
                <a:solidFill>
                  <a:schemeClr val="accent1"/>
                </a:solidFill>
                <a:latin typeface="+mj-ea"/>
                <a:ea typeface="+mj-ea"/>
              </a:rPr>
              <a:t>AiKen</a:t>
            </a:r>
            <a:r>
              <a:rPr lang="en-US" altLang="zh-CN" sz="1100" b="1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zh-CN" altLang="en-US" sz="1100" b="1" dirty="0">
                <a:solidFill>
                  <a:schemeClr val="accent1"/>
                </a:solidFill>
                <a:latin typeface="+mj-ea"/>
                <a:ea typeface="+mj-ea"/>
              </a:rPr>
              <a:t>主张</a:t>
            </a:r>
            <a:endParaRPr lang="en-US" sz="1100" dirty="0">
              <a:solidFill>
                <a:schemeClr val="accent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</a:rPr>
              <a:t>因为不知道，所以认真</a:t>
            </a:r>
            <a:endParaRPr sz="16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2" name="Rounded Rectangle 8">
            <a:extLst>
              <a:ext uri="{FF2B5EF4-FFF2-40B4-BE49-F238E27FC236}">
                <a16:creationId xmlns:a16="http://schemas.microsoft.com/office/drawing/2014/main" id="{1BCAB09D-5E5F-B963-80D0-BF6C8522894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366719" y="5264598"/>
            <a:ext cx="2520000" cy="8151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altLang="zh-CN" sz="1000" b="1" dirty="0" err="1">
                <a:solidFill>
                  <a:schemeClr val="accent1"/>
                </a:solidFill>
                <a:latin typeface="+mj-ea"/>
              </a:rPr>
              <a:t>AiKen</a:t>
            </a:r>
            <a:r>
              <a:rPr lang="en-US" altLang="zh-CN" sz="1000" b="1" dirty="0">
                <a:solidFill>
                  <a:schemeClr val="accent1"/>
                </a:solidFill>
                <a:latin typeface="+mj-ea"/>
              </a:rPr>
              <a:t> </a:t>
            </a:r>
            <a:r>
              <a:rPr lang="zh-CN" altLang="en-US" sz="1000" b="1" dirty="0">
                <a:solidFill>
                  <a:schemeClr val="accent1"/>
                </a:solidFill>
                <a:latin typeface="+mj-ea"/>
              </a:rPr>
              <a:t>行为</a:t>
            </a:r>
            <a:endParaRPr lang="zh-CN" altLang="en-US" sz="1000" dirty="0">
              <a:solidFill>
                <a:schemeClr val="accent1"/>
              </a:solidFill>
              <a:latin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</a:rPr>
              <a:t>认真拍下今天</a:t>
            </a: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7C9F590C-F7C1-E305-6186-21843F64A364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31521" y="5264598"/>
            <a:ext cx="2520000" cy="81518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000" b="1" dirty="0">
                <a:solidFill>
                  <a:schemeClr val="bg1"/>
                </a:solidFill>
                <a:latin typeface="+mj-ea"/>
              </a:rPr>
              <a:t>品牌 </a:t>
            </a:r>
            <a:r>
              <a:rPr lang="en-US" altLang="zh-CN" sz="1000" b="1" dirty="0">
                <a:solidFill>
                  <a:schemeClr val="bg1"/>
                </a:solidFill>
                <a:latin typeface="+mj-ea"/>
              </a:rPr>
              <a:t>CCI</a:t>
            </a:r>
          </a:p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+mn-ea"/>
              </a:rPr>
              <a:t>让今天值得留下来</a:t>
            </a:r>
          </a:p>
        </p:txBody>
      </p:sp>
      <p:sp>
        <p:nvSpPr>
          <p:cNvPr id="36" name="Rounded Rectangle 8">
            <a:extLst>
              <a:ext uri="{FF2B5EF4-FFF2-40B4-BE49-F238E27FC236}">
                <a16:creationId xmlns:a16="http://schemas.microsoft.com/office/drawing/2014/main" id="{2CBE5DF6-5043-A328-EB9A-2AD9F28C9CEE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9184319" y="5264598"/>
            <a:ext cx="2520000" cy="8151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000" b="1" dirty="0">
                <a:solidFill>
                  <a:schemeClr val="accent1"/>
                </a:solidFill>
                <a:latin typeface="+mj-ea"/>
              </a:rPr>
              <a:t>生态承接</a:t>
            </a:r>
            <a:endParaRPr lang="en-US" altLang="zh-CN" sz="1000" b="1" dirty="0">
              <a:solidFill>
                <a:schemeClr val="accent1"/>
              </a:solidFill>
              <a:latin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</a:rPr>
              <a:t>值得做，做成产品</a:t>
            </a:r>
            <a:endParaRPr sz="1600" dirty="0">
              <a:solidFill>
                <a:schemeClr val="accent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6285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5C912-2D8D-D06A-D528-BB06C399C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77D68F75-ECBC-2EEE-DFD1-65598F72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908"/>
            <a:ext cx="3616696" cy="480131"/>
          </a:xfr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SI 2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：优秀的闭环体验</a:t>
            </a: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83F35BBC-E97E-B0B2-89F3-AAF169B84C3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9371" y="2439000"/>
            <a:ext cx="2160000" cy="16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chemeClr val="accent1"/>
                </a:solidFill>
              </a:rPr>
              <a:t>相机拍摄</a:t>
            </a:r>
            <a:endParaRPr lang="en-US" altLang="zh-CN" sz="1600" b="1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accent1"/>
                </a:solidFill>
              </a:rPr>
              <a:t>机械过片</a:t>
            </a:r>
            <a:r>
              <a:rPr lang="en-US" altLang="zh-CN" sz="1200" dirty="0">
                <a:solidFill>
                  <a:schemeClr val="accent1"/>
                </a:solidFill>
              </a:rPr>
              <a:t>+36</a:t>
            </a:r>
            <a:r>
              <a:rPr lang="zh-CN" altLang="en-US" sz="1200" dirty="0">
                <a:solidFill>
                  <a:schemeClr val="accent1"/>
                </a:solidFill>
              </a:rPr>
              <a:t>张</a:t>
            </a:r>
            <a:endParaRPr lang="en-US" altLang="zh-CN" sz="1200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accent1"/>
                </a:solidFill>
              </a:rPr>
              <a:t>无屏，反数码焦虑</a:t>
            </a:r>
            <a:endParaRPr lang="en-US" altLang="zh-CN" sz="1200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accent1"/>
                </a:solidFill>
              </a:rPr>
              <a:t>极速开机</a:t>
            </a:r>
            <a:r>
              <a:rPr lang="en-US" altLang="zh-CN" sz="1200" dirty="0">
                <a:solidFill>
                  <a:schemeClr val="accent1"/>
                </a:solidFill>
              </a:rPr>
              <a:t>+</a:t>
            </a:r>
            <a:r>
              <a:rPr lang="zh-CN" altLang="en-US" sz="1200" dirty="0">
                <a:solidFill>
                  <a:schemeClr val="accent1"/>
                </a:solidFill>
              </a:rPr>
              <a:t>泛焦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09B3F393-A44F-1FFA-61ED-C70F7E5E93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47124" y="2439000"/>
            <a:ext cx="2160000" cy="16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chemeClr val="accent1"/>
                </a:solidFill>
              </a:rPr>
              <a:t>风格与冲洗</a:t>
            </a:r>
            <a:endParaRPr lang="en-US" altLang="zh-CN" sz="1600" b="1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accent1"/>
                </a:solidFill>
              </a:rPr>
              <a:t>风格与特效（如漏光）</a:t>
            </a:r>
            <a:endParaRPr lang="en-US" altLang="zh-CN" sz="1200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altLang="zh-CN" sz="1200" dirty="0" err="1">
                <a:solidFill>
                  <a:schemeClr val="accent1"/>
                </a:solidFill>
              </a:rPr>
              <a:t>WiFi</a:t>
            </a:r>
            <a:r>
              <a:rPr lang="zh-CN" altLang="en-US" sz="1200" dirty="0">
                <a:solidFill>
                  <a:schemeClr val="accent1"/>
                </a:solidFill>
              </a:rPr>
              <a:t>传输</a:t>
            </a:r>
            <a:endParaRPr lang="en-US" altLang="zh-CN" sz="1200" dirty="0">
              <a:solidFill>
                <a:schemeClr val="accent1"/>
              </a:solidFill>
            </a:endParaRP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D9103824-26EA-52F0-D45D-69CF7E362FA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484877" y="2439000"/>
            <a:ext cx="2160000" cy="16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chemeClr val="accent1"/>
                </a:solidFill>
              </a:rPr>
              <a:t>暗房</a:t>
            </a:r>
            <a:endParaRPr lang="en-US" altLang="zh-CN" sz="1600" b="1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accent1"/>
                </a:solidFill>
              </a:rPr>
              <a:t>即时查看</a:t>
            </a:r>
            <a:r>
              <a:rPr lang="en-US" altLang="zh-CN" sz="1200" dirty="0">
                <a:solidFill>
                  <a:schemeClr val="accent1"/>
                </a:solidFill>
              </a:rPr>
              <a:t>/</a:t>
            </a:r>
            <a:r>
              <a:rPr lang="zh-CN" altLang="en-US" sz="1200" dirty="0">
                <a:solidFill>
                  <a:schemeClr val="accent1"/>
                </a:solidFill>
              </a:rPr>
              <a:t>模拟等待</a:t>
            </a:r>
            <a:endParaRPr lang="en-US" altLang="zh-CN" sz="1200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accent1"/>
                </a:solidFill>
              </a:rPr>
              <a:t>衔接打印导入创印生态</a:t>
            </a:r>
            <a:endParaRPr lang="en-US" altLang="zh-CN" sz="1200" dirty="0">
              <a:solidFill>
                <a:schemeClr val="accent1"/>
              </a:solidFill>
            </a:endParaRPr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79062689-C046-12E7-0CA5-55641DA8ABE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9422630" y="2439000"/>
            <a:ext cx="2160000" cy="16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chemeClr val="accent1"/>
                </a:solidFill>
              </a:rPr>
              <a:t>创作分享</a:t>
            </a:r>
            <a:endParaRPr lang="en-US" altLang="zh-CN" sz="1600" b="1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accent1"/>
                </a:solidFill>
              </a:rPr>
              <a:t>二创模板</a:t>
            </a:r>
            <a:endParaRPr lang="en-US" altLang="zh-CN" sz="1200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accent1"/>
                </a:solidFill>
              </a:rPr>
              <a:t>多选保存</a:t>
            </a:r>
            <a:endParaRPr lang="en-US" altLang="zh-CN" sz="1200" dirty="0">
              <a:solidFill>
                <a:schemeClr val="accent1"/>
              </a:solidFill>
            </a:endParaRPr>
          </a:p>
        </p:txBody>
      </p:sp>
      <p:sp>
        <p:nvSpPr>
          <p:cNvPr id="25" name="Rounded Rectangle 6">
            <a:extLst>
              <a:ext uri="{FF2B5EF4-FFF2-40B4-BE49-F238E27FC236}">
                <a16:creationId xmlns:a16="http://schemas.microsoft.com/office/drawing/2014/main" id="{6B9CAB80-6279-88B4-AA08-D0B329A82D7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47124" y="4820703"/>
            <a:ext cx="2160000" cy="7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zh-CN" altLang="en-US" sz="1200" dirty="0">
                <a:solidFill>
                  <a:schemeClr val="accent1"/>
                </a:solidFill>
              </a:rPr>
              <a:t>任务解锁风格</a:t>
            </a:r>
            <a:endParaRPr lang="en-US" altLang="zh-CN" sz="1200" dirty="0">
              <a:solidFill>
                <a:schemeClr val="accent1"/>
              </a:solidFill>
            </a:endParaRPr>
          </a:p>
          <a:p>
            <a:pPr algn="ctr">
              <a:spcAft>
                <a:spcPts val="1200"/>
              </a:spcAft>
            </a:pPr>
            <a:r>
              <a:rPr lang="zh-CN" altLang="en-US" sz="1200" dirty="0">
                <a:solidFill>
                  <a:schemeClr val="accent1"/>
                </a:solidFill>
              </a:rPr>
              <a:t>运营持续推新玩法</a:t>
            </a:r>
            <a:endParaRPr lang="en-US" altLang="zh-CN" sz="1200" dirty="0">
              <a:solidFill>
                <a:schemeClr val="accent1"/>
              </a:solidFill>
            </a:endParaRPr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E53BE85E-55FF-31A6-F085-C9611BDB6D1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136613" y="1317297"/>
            <a:ext cx="2160000" cy="7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accent1"/>
                </a:solidFill>
              </a:rPr>
              <a:t>传输后继续下一卷</a:t>
            </a:r>
            <a:endParaRPr lang="en-US" altLang="zh-CN" sz="1200" dirty="0">
              <a:solidFill>
                <a:schemeClr val="accent1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F38BF30-1B01-6AB6-765B-E023D6EAFDEA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2769371" y="3249000"/>
            <a:ext cx="77775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0B112E3-549B-D8D0-5CE1-38B76D7A4A25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5707124" y="3249000"/>
            <a:ext cx="77775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3662C3C-7BEB-B49A-B58A-E098EB7ABD8A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8644877" y="3249000"/>
            <a:ext cx="77775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217C0D53-45E5-30EA-5834-FA927FF3C795}"/>
              </a:ext>
            </a:extLst>
          </p:cNvPr>
          <p:cNvCxnSpPr>
            <a:stCxn id="15" idx="0"/>
            <a:endCxn id="27" idx="3"/>
          </p:cNvCxnSpPr>
          <p:nvPr/>
        </p:nvCxnSpPr>
        <p:spPr>
          <a:xfrm rot="16200000" flipV="1">
            <a:off x="4081018" y="1892893"/>
            <a:ext cx="761703" cy="330511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A637E427-B666-CA97-F54D-7D4F89D7BA84}"/>
              </a:ext>
            </a:extLst>
          </p:cNvPr>
          <p:cNvCxnSpPr>
            <a:cxnSpLocks/>
            <a:stCxn id="27" idx="1"/>
            <a:endCxn id="4" idx="0"/>
          </p:cNvCxnSpPr>
          <p:nvPr/>
        </p:nvCxnSpPr>
        <p:spPr>
          <a:xfrm rot="10800000" flipV="1">
            <a:off x="1689371" y="1677296"/>
            <a:ext cx="447242" cy="76170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E5DD2F1-934D-242C-089C-38D6DDFFCAAC}"/>
              </a:ext>
            </a:extLst>
          </p:cNvPr>
          <p:cNvCxnSpPr>
            <a:stCxn id="15" idx="2"/>
            <a:endCxn id="25" idx="0"/>
          </p:cNvCxnSpPr>
          <p:nvPr/>
        </p:nvCxnSpPr>
        <p:spPr>
          <a:xfrm>
            <a:off x="4627124" y="4059000"/>
            <a:ext cx="0" cy="7617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23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04B19-24F5-006D-DB6C-F9F5679E5B80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4248279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小米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–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极印 产品定义变化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8826AE-7656-80A4-A17F-9180D28B5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229" y="2410894"/>
            <a:ext cx="4072424" cy="203621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8961DF9-ABCB-3301-D654-B4FF261F8E71}"/>
              </a:ext>
            </a:extLst>
          </p:cNvPr>
          <p:cNvSpPr txBox="1"/>
          <p:nvPr/>
        </p:nvSpPr>
        <p:spPr>
          <a:xfrm>
            <a:off x="441964" y="1417492"/>
            <a:ext cx="4769133" cy="467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硬件：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取消与米系口袋硬件联动，取消经典蓝牙模块需求；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取消日期戳功能所需纽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扣电池；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保留原“打印键”，定义为“功能键”；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原发光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88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屏改为无背光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88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屏；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变更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Type-C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充电口位置；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ID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及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CMF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调整；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软件：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暗房照片列表和单图浏览支持联动极印照片打印机；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日期戳默认为关；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715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市场与用户洞察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复古经济、情绪价值、目标人群、竞品分析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838200" y="510908"/>
            <a:ext cx="4852610" cy="480131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复古经济与情绪价值双轮驱动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731520" y="1280160"/>
            <a:ext cx="3474720" cy="256032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005840" y="155448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chemeClr val="bg1"/>
                </a:solidFill>
                <a:latin typeface="Segoe UI" panose="020B0502040204020203"/>
              </a:rPr>
              <a:t>3552亿</a:t>
            </a:r>
            <a:r>
              <a:rPr sz="2000" b="0">
                <a:solidFill>
                  <a:schemeClr val="bg1"/>
                </a:solidFill>
                <a:latin typeface="微软雅黑" panose="020B0503020204020204" charset="-122"/>
              </a:rPr>
              <a:t>元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005840" y="25603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2025年中国复古经济市场规模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同比增长12%，预计2030年达5880亿</a:t>
            </a:r>
          </a:p>
        </p:txBody>
      </p:sp>
      <p:sp>
        <p:nvSpPr>
          <p:cNvPr id="5" name="Rounded Rectangle 8"/>
          <p:cNvSpPr/>
          <p:nvPr>
            <p:custDataLst>
              <p:tags r:id="rId4"/>
            </p:custDataLst>
          </p:nvPr>
        </p:nvSpPr>
        <p:spPr>
          <a:xfrm>
            <a:off x="4480559" y="1280160"/>
            <a:ext cx="3474720" cy="256032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4754879" y="155448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chemeClr val="bg1"/>
                </a:solidFill>
                <a:latin typeface="Segoe UI" panose="020B0502040204020203"/>
              </a:rPr>
              <a:t>56%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754879" y="25603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Z世代愿为情绪价值买单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较2024年增长16个百分点</a:t>
            </a: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8229599" y="1280160"/>
            <a:ext cx="3474720" cy="256032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8503919" y="155448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chemeClr val="bg1"/>
                </a:solidFill>
                <a:latin typeface="Segoe UI" panose="020B0502040204020203"/>
              </a:rPr>
              <a:t>1350%</a:t>
            </a: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8503919" y="25603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胶片摄影在小红书搜索量增长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远超大品类增速，需求信号明确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ea"/>
              </a:rPr>
              <a:t>已有产品验证市场需求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10515600" cy="201168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tx1"/>
                </a:solidFill>
                <a:latin typeface="+mn-ea"/>
                <a:cs typeface="+mn-ea"/>
              </a:rPr>
              <a:t>富士 Instax Pal：销量比预期高出三成，全球拍立得累计突破1亿台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tx1"/>
                </a:solidFill>
                <a:latin typeface="+mn-ea"/>
                <a:cs typeface="+mn-ea"/>
              </a:rPr>
              <a:t>柯达 Charmera：“盲盒潮玩+可挂时尚”在年轻女性中引发热潮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tx1"/>
                </a:solidFill>
                <a:latin typeface="+mn-ea"/>
                <a:cs typeface="+mn-ea"/>
              </a:rPr>
              <a:t>DazzCam/NOMO/FIMO：用户愿为复古胶片感付费，风格化摄影需求真实存在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tx1"/>
                </a:solidFill>
                <a:latin typeface="+mn-ea"/>
                <a:cs typeface="+mn-ea"/>
              </a:rPr>
              <a:t>Flashback One35 V2：仪式感+数码戒断+盲盒心理驱动购买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 descr="collage_ppt_b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标题 1"/>
          <p:cNvSpPr>
            <a:spLocks noGrp="1"/>
          </p:cNvSpPr>
          <p:nvPr>
            <p:ph type="title"/>
          </p:nvPr>
        </p:nvSpPr>
        <p:spPr>
          <a:xfrm>
            <a:off x="838200" y="511896"/>
            <a:ext cx="2316480" cy="478155"/>
          </a:xfrm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核心目标人群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838200" y="511896"/>
            <a:ext cx="2316480" cy="478155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核心目标人群</a:t>
            </a:r>
          </a:p>
        </p:txBody>
      </p:sp>
      <p:sp>
        <p:nvSpPr>
          <p:cNvPr id="2" name="TextBox 5"/>
          <p:cNvSpPr txBox="1"/>
          <p:nvPr/>
        </p:nvSpPr>
        <p:spPr>
          <a:xfrm>
            <a:off x="731520" y="4322445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“热爱氛围感的年轻潮人”——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sz="1600">
                <a:solidFill>
                  <a:schemeClr val="tx1"/>
                </a:solidFill>
              </a:rPr>
              <a:t>她们</a:t>
            </a:r>
            <a:r>
              <a:rPr sz="1600" b="1">
                <a:solidFill>
                  <a:srgbClr val="FF0000"/>
                </a:solidFill>
              </a:rPr>
              <a:t>不是</a:t>
            </a:r>
            <a:r>
              <a:rPr sz="1600">
                <a:solidFill>
                  <a:schemeClr val="tx1"/>
                </a:solidFill>
              </a:rPr>
              <a:t>追求</a:t>
            </a:r>
            <a:r>
              <a:rPr sz="1600" b="1">
                <a:solidFill>
                  <a:srgbClr val="FF0000"/>
                </a:solidFill>
              </a:rPr>
              <a:t>技术和画质</a:t>
            </a:r>
            <a:r>
              <a:rPr sz="1600">
                <a:solidFill>
                  <a:schemeClr val="tx1"/>
                </a:solidFill>
              </a:rPr>
              <a:t>的摄影发烧友，而</a:t>
            </a:r>
            <a:r>
              <a:rPr sz="1600" b="1">
                <a:solidFill>
                  <a:srgbClr val="00B050"/>
                </a:solidFill>
              </a:rPr>
              <a:t>是</a:t>
            </a:r>
            <a:r>
              <a:rPr sz="1600">
                <a:solidFill>
                  <a:schemeClr val="tx1"/>
                </a:solidFill>
              </a:rPr>
              <a:t>为</a:t>
            </a:r>
            <a:r>
              <a:rPr sz="1600" b="1">
                <a:solidFill>
                  <a:srgbClr val="00B050"/>
                </a:solidFill>
              </a:rPr>
              <a:t>情绪价值</a:t>
            </a:r>
            <a:r>
              <a:rPr sz="1600">
                <a:solidFill>
                  <a:schemeClr val="tx1"/>
                </a:solidFill>
              </a:rPr>
              <a:t>买单的年轻潮人。</a:t>
            </a:r>
            <a:br>
              <a:rPr sz="1600">
                <a:solidFill>
                  <a:schemeClr val="tx1"/>
                </a:solidFill>
              </a:rPr>
            </a:br>
            <a:r>
              <a:rPr sz="1600">
                <a:solidFill>
                  <a:schemeClr val="tx1"/>
                </a:solidFill>
              </a:rPr>
              <a:t>对她们来说，“好玩”和“好看”的重要性远超“专业”和“精准”。</a:t>
            </a:r>
          </a:p>
        </p:txBody>
      </p:sp>
      <p:sp>
        <p:nvSpPr>
          <p:cNvPr id="4" name="Rounded Rectangle 6"/>
          <p:cNvSpPr/>
          <p:nvPr>
            <p:custDataLst>
              <p:tags r:id="rId1"/>
            </p:custDataLst>
          </p:nvPr>
        </p:nvSpPr>
        <p:spPr>
          <a:xfrm>
            <a:off x="805815" y="1917700"/>
            <a:ext cx="2160000" cy="144000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/>
          <p:cNvSpPr txBox="1"/>
          <p:nvPr>
            <p:custDataLst>
              <p:tags r:id="rId2"/>
            </p:custDataLst>
          </p:nvPr>
        </p:nvSpPr>
        <p:spPr>
          <a:xfrm>
            <a:off x="805815" y="1917700"/>
            <a:ext cx="2159635" cy="53784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ct val="1500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/>
                </a:solidFill>
              </a:rPr>
              <a:t>1. </a:t>
            </a:r>
            <a:r>
              <a:rPr lang="zh-CN" altLang="en-US">
                <a:solidFill>
                  <a:schemeClr val="bg1"/>
                </a:solidFill>
              </a:rPr>
              <a:t>痛点</a:t>
            </a:r>
          </a:p>
        </p:txBody>
      </p:sp>
      <p:sp>
        <p:nvSpPr>
          <p:cNvPr id="18" name="TextBox 8"/>
          <p:cNvSpPr txBox="1"/>
          <p:nvPr>
            <p:custDataLst>
              <p:tags r:id="rId3"/>
            </p:custDataLst>
          </p:nvPr>
        </p:nvSpPr>
        <p:spPr>
          <a:xfrm>
            <a:off x="805815" y="5053965"/>
            <a:ext cx="1019302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200">
                <a:solidFill>
                  <a:schemeClr val="tx1"/>
                </a:solidFill>
                <a:latin typeface="+mn-ea"/>
              </a:rPr>
              <a:t>活跃于小红书、抖音等社交平台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200">
                <a:solidFill>
                  <a:schemeClr val="tx1"/>
                </a:solidFill>
                <a:latin typeface="+mn-ea"/>
              </a:rPr>
              <a:t>对复古文化、胶片质感有强烈好奇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200">
                <a:solidFill>
                  <a:schemeClr val="tx1"/>
                </a:solidFill>
                <a:latin typeface="+mn-ea"/>
              </a:rPr>
              <a:t>预算有限，但对新鲜事物充满好奇</a:t>
            </a:r>
          </a:p>
        </p:txBody>
      </p:sp>
      <p:sp>
        <p:nvSpPr>
          <p:cNvPr id="19" name="Rounded Rectangle 9"/>
          <p:cNvSpPr/>
          <p:nvPr>
            <p:custDataLst>
              <p:tags r:id="rId4"/>
            </p:custDataLst>
          </p:nvPr>
        </p:nvSpPr>
        <p:spPr>
          <a:xfrm>
            <a:off x="3483609" y="1917700"/>
            <a:ext cx="2160000" cy="144000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12"/>
          <p:cNvSpPr/>
          <p:nvPr>
            <p:custDataLst>
              <p:tags r:id="rId5"/>
            </p:custDataLst>
          </p:nvPr>
        </p:nvSpPr>
        <p:spPr>
          <a:xfrm>
            <a:off x="8839199" y="1917700"/>
            <a:ext cx="2160000" cy="144000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9"/>
          <p:cNvSpPr/>
          <p:nvPr>
            <p:custDataLst>
              <p:tags r:id="rId6"/>
            </p:custDataLst>
          </p:nvPr>
        </p:nvSpPr>
        <p:spPr>
          <a:xfrm>
            <a:off x="6161404" y="1917700"/>
            <a:ext cx="2160000" cy="144000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/>
          <p:cNvSpPr txBox="1"/>
          <p:nvPr>
            <p:custDataLst>
              <p:tags r:id="rId7"/>
            </p:custDataLst>
          </p:nvPr>
        </p:nvSpPr>
        <p:spPr>
          <a:xfrm>
            <a:off x="806450" y="2455545"/>
            <a:ext cx="2159635" cy="90233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ts val="19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zh-CN" sz="1200">
                <a:solidFill>
                  <a:schemeClr val="bg1"/>
                </a:solidFill>
              </a:rPr>
              <a:t>手机拍照太完美，缺乏个性！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5815" y="1459230"/>
            <a:ext cx="133096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sz="1600" b="1">
                <a:solidFill>
                  <a:schemeClr val="tx2"/>
                </a:solidFill>
              </a:rPr>
              <a:t>用户旅程</a:t>
            </a:r>
          </a:p>
        </p:txBody>
      </p:sp>
      <p:sp>
        <p:nvSpPr>
          <p:cNvPr id="7" name="TextBox 7"/>
          <p:cNvSpPr txBox="1"/>
          <p:nvPr>
            <p:custDataLst>
              <p:tags r:id="rId8"/>
            </p:custDataLst>
          </p:nvPr>
        </p:nvSpPr>
        <p:spPr>
          <a:xfrm>
            <a:off x="3483610" y="1917700"/>
            <a:ext cx="2159635" cy="53784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ct val="1500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</a:rPr>
              <a:t>发现</a:t>
            </a:r>
          </a:p>
        </p:txBody>
      </p:sp>
      <p:sp>
        <p:nvSpPr>
          <p:cNvPr id="8" name="TextBox 7"/>
          <p:cNvSpPr txBox="1"/>
          <p:nvPr>
            <p:custDataLst>
              <p:tags r:id="rId9"/>
            </p:custDataLst>
          </p:nvPr>
        </p:nvSpPr>
        <p:spPr>
          <a:xfrm>
            <a:off x="3484245" y="2455545"/>
            <a:ext cx="2159635" cy="90233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ts val="19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zh-CN" sz="1200">
                <a:solidFill>
                  <a:schemeClr val="bg1"/>
                </a:solidFill>
              </a:rPr>
              <a:t>在社媒被外观、仪式感吸引，被风格化击中。</a:t>
            </a:r>
          </a:p>
        </p:txBody>
      </p:sp>
      <p:sp>
        <p:nvSpPr>
          <p:cNvPr id="10" name="TextBox 7"/>
          <p:cNvSpPr txBox="1"/>
          <p:nvPr>
            <p:custDataLst>
              <p:tags r:id="rId10"/>
            </p:custDataLst>
          </p:nvPr>
        </p:nvSpPr>
        <p:spPr>
          <a:xfrm>
            <a:off x="6160770" y="1917700"/>
            <a:ext cx="2159635" cy="53784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ct val="1500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/>
                </a:solidFill>
              </a:rPr>
              <a:t>3. </a:t>
            </a:r>
            <a:r>
              <a:rPr lang="zh-CN" altLang="en-US">
                <a:solidFill>
                  <a:schemeClr val="bg1"/>
                </a:solidFill>
              </a:rPr>
              <a:t>体验</a:t>
            </a:r>
          </a:p>
        </p:txBody>
      </p:sp>
      <p:sp>
        <p:nvSpPr>
          <p:cNvPr id="11" name="TextBox 7"/>
          <p:cNvSpPr txBox="1"/>
          <p:nvPr>
            <p:custDataLst>
              <p:tags r:id="rId11"/>
            </p:custDataLst>
          </p:nvPr>
        </p:nvSpPr>
        <p:spPr>
          <a:xfrm>
            <a:off x="6161405" y="2455545"/>
            <a:ext cx="2159635" cy="90233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ts val="19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zh-CN" sz="1200">
                <a:solidFill>
                  <a:schemeClr val="bg1"/>
                </a:solidFill>
              </a:rPr>
              <a:t>旁轴取景、咔嚓过片、举起就拍，摆脱数码焦虑</a:t>
            </a:r>
          </a:p>
        </p:txBody>
      </p:sp>
      <p:sp>
        <p:nvSpPr>
          <p:cNvPr id="12" name="TextBox 7"/>
          <p:cNvSpPr txBox="1"/>
          <p:nvPr>
            <p:custDataLst>
              <p:tags r:id="rId12"/>
            </p:custDataLst>
          </p:nvPr>
        </p:nvSpPr>
        <p:spPr>
          <a:xfrm>
            <a:off x="8837295" y="1917700"/>
            <a:ext cx="2159635" cy="53784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ct val="1500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分享</a:t>
            </a:r>
          </a:p>
        </p:txBody>
      </p:sp>
      <p:sp>
        <p:nvSpPr>
          <p:cNvPr id="13" name="TextBox 7"/>
          <p:cNvSpPr txBox="1"/>
          <p:nvPr>
            <p:custDataLst>
              <p:tags r:id="rId13"/>
            </p:custDataLst>
          </p:nvPr>
        </p:nvSpPr>
        <p:spPr>
          <a:xfrm>
            <a:off x="8837930" y="2455545"/>
            <a:ext cx="2159635" cy="90233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ts val="19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zh-CN" sz="1200">
                <a:solidFill>
                  <a:schemeClr val="bg1"/>
                </a:solidFill>
              </a:rPr>
              <a:t>选择风格，等待成片。生成拼贴，分享惊喜。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 idx="4294967295"/>
          </p:nvPr>
        </p:nvSpPr>
        <p:spPr>
          <a:xfrm>
            <a:off x="838800" y="511175"/>
            <a:ext cx="2316163" cy="479425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核心使用场景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87194286"/>
              </p:ext>
            </p:extLst>
          </p:nvPr>
        </p:nvGraphicFramePr>
        <p:xfrm>
          <a:off x="838200" y="1280160"/>
          <a:ext cx="10409555" cy="2529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8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+mn-ea"/>
                        </a:rPr>
                        <a:t>拍摄对象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光线条件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+mn-ea"/>
                        </a:rPr>
                        <a:t>接受成像不佳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城市漫游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街景、店铺、人物、猫狗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晴天、多云、阴天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雨天、夜晚、极弱室内光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景点打卡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网红景点、自然风光、人物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晴天、多云、阴天、夕阳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社交聚会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静物、室内环境、合影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室内光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探店看展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静物、室内环境、人物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室内光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校园日常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人物、宿舍、校园景观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户外及室内光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场景定位总结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515600" cy="159893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主力场景：城市扫街</a:t>
            </a:r>
            <a:r>
              <a:rPr sz="1400" dirty="0">
                <a:solidFill>
                  <a:schemeClr val="tx1"/>
                </a:solidFill>
                <a:latin typeface="微软雅黑" panose="020B0503020204020204" charset="-122"/>
              </a:rPr>
              <a:t> + </a:t>
            </a: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探店人像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</a:rPr>
              <a:t> +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</a:rPr>
              <a:t>旅行时光</a:t>
            </a:r>
            <a:endParaRPr sz="1400" dirty="0">
              <a:solidFill>
                <a:schemeClr val="tx1"/>
              </a:solidFill>
              <a:latin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可覆盖：户外日光最佳，室内可用</a:t>
            </a:r>
            <a:endParaRPr sz="1400" dirty="0">
              <a:solidFill>
                <a:schemeClr val="tx1"/>
              </a:solidFill>
              <a:latin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chemeClr val="tx1"/>
                </a:solidFill>
                <a:latin typeface="微软雅黑" panose="020B0503020204020204" charset="-122"/>
              </a:rPr>
              <a:t>不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</a:rPr>
              <a:t>指望</a:t>
            </a:r>
            <a:r>
              <a:rPr sz="1400" dirty="0">
                <a:solidFill>
                  <a:schemeClr val="tx1"/>
                </a:solidFill>
                <a:latin typeface="微软雅黑" panose="020B0503020204020204" charset="-122"/>
              </a:rPr>
              <a:t>：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</a:rPr>
              <a:t>极弱光室内，</a:t>
            </a: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夜景拍摄</a:t>
            </a:r>
            <a:endParaRPr sz="1400" dirty="0">
              <a:solidFill>
                <a:schemeClr val="tx1"/>
              </a:solidFill>
              <a:latin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放弃自拍：无屏幕无自拍镜，盲拍自拍构图精度极低；</a:t>
            </a:r>
            <a:r>
              <a:rPr sz="1400" b="1" dirty="0" err="1">
                <a:solidFill>
                  <a:schemeClr val="tx1"/>
                </a:solidFill>
                <a:latin typeface="微软雅黑" panose="020B0503020204020204" charset="-122"/>
              </a:rPr>
              <a:t>放弃近摄</a:t>
            </a: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释放光学余量给弱光场景</a:t>
            </a:r>
            <a:endParaRPr sz="1400" dirty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产品定义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一句话定义、产品愿景、核心价值与卖点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1981200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一句话定义</a:t>
            </a:r>
            <a:endParaRPr lang="zh-CN" altLang="en-US" sz="14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3243" y="1054762"/>
            <a:ext cx="10665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2"/>
                </a:solidFill>
              </a:rPr>
              <a:t>一款让年轻潮人获得胶卷体验的数码相机</a:t>
            </a:r>
            <a:endParaRPr lang="en-US" altLang="zh-CN" sz="3200" dirty="0">
              <a:solidFill>
                <a:schemeClr val="tx2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9239" y="1853557"/>
            <a:ext cx="7413523" cy="41701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 idx="4294967295"/>
          </p:nvPr>
        </p:nvSpPr>
        <p:spPr>
          <a:xfrm>
            <a:off x="838800" y="361950"/>
            <a:ext cx="3384550" cy="477838"/>
          </a:xfrm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产品愿景与核心价值</a:t>
            </a: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52170" y="839754"/>
            <a:ext cx="10581640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在手机摄影越来越“</a:t>
            </a:r>
            <a:r>
              <a:rPr sz="160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完美</a:t>
            </a: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”、</a:t>
            </a:r>
            <a:r>
              <a:rPr sz="160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越来越“快”的时代，我们想为年轻人重新找回拍照的</a:t>
            </a:r>
            <a:r>
              <a:rPr sz="1600" dirty="0" err="1">
                <a:solidFill>
                  <a:schemeClr val="tx2"/>
                </a:solidFill>
                <a:latin typeface="+mn-ea"/>
                <a:cs typeface="+mn-ea"/>
                <a:sym typeface="+mn-ea"/>
              </a:rPr>
              <a:t>仪式感、不确定性和惊喜</a:t>
            </a: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。</a:t>
            </a:r>
            <a:b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</a:b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AiKen不是性能怪兽，而是一个能缓解“</a:t>
            </a:r>
            <a:r>
              <a:rPr sz="160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数码焦虑</a:t>
            </a: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”、</a:t>
            </a:r>
            <a:r>
              <a:rPr sz="1600" dirty="0" err="1">
                <a:solidFill>
                  <a:schemeClr val="tx2"/>
                </a:solidFill>
                <a:latin typeface="+mn-ea"/>
                <a:cs typeface="+mn-ea"/>
                <a:sym typeface="+mn-ea"/>
              </a:rPr>
              <a:t>提供纯粹拍摄乐趣的情绪出口</a:t>
            </a: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。</a:t>
            </a:r>
            <a:endParaRPr lang="zh-CN" altLang="en-US" sz="160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3F38698-7B60-4FBE-9661-F72BA19EB501}"/>
              </a:ext>
            </a:extLst>
          </p:cNvPr>
          <p:cNvGrpSpPr/>
          <p:nvPr/>
        </p:nvGrpSpPr>
        <p:grpSpPr>
          <a:xfrm>
            <a:off x="806133" y="1980000"/>
            <a:ext cx="10580370" cy="3986530"/>
            <a:chOff x="1342" y="3355"/>
            <a:chExt cx="16662" cy="6278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F75A972-21CA-D067-8ED8-8DCF23089AC2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1342" y="7898"/>
              <a:ext cx="4535" cy="1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/>
                <a:t>复刻胶卷仪式感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无屏幕、过片、模拟冲洗等待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情绪价值而非效率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0CD01D2-2991-FBBF-D3B2-188E25B6FB0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336" y="7890"/>
              <a:ext cx="4535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/>
                <a:t>胶片风格直出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首发</a:t>
              </a:r>
              <a:r>
                <a:rPr lang="en-US" altLang="zh-CN" sz="1400" dirty="0"/>
                <a:t>10</a:t>
              </a:r>
              <a:r>
                <a:rPr lang="zh-CN" altLang="en-US" sz="1400" dirty="0"/>
                <a:t>款仿胶片风格滤镜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暗角、漏光、相框叠加玩法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ACFED6D-4CD3-1F24-2A8F-0B0A2B5B37E4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3469" y="7890"/>
              <a:ext cx="4535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/>
                <a:t>数码内核的便捷性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随时取出、即时取出模式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按卷管理、生成拼贴</a:t>
              </a: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9955F187-4D54-FB4A-2AAC-B2BB8D39B78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69" y="3358"/>
              <a:ext cx="4535" cy="4535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0A7F6F2B-E01A-56B3-8971-DE912B6D5803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0" b="220"/>
            <a:stretch/>
          </p:blipFill>
          <p:spPr>
            <a:xfrm>
              <a:off x="7336" y="3355"/>
              <a:ext cx="4535" cy="4535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4E1BBDD-BEFE-88C2-A69D-9B1E4BF3BB3F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2" y="3358"/>
              <a:ext cx="4535" cy="45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20A7-34AE-D695-21CE-9941DA38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6E4069-AE63-B9DE-EB86-BCA3659492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</p:spPr>
      </p:pic>
      <p:sp>
        <p:nvSpPr>
          <p:cNvPr id="17" name="标题 1">
            <a:extLst>
              <a:ext uri="{FF2B5EF4-FFF2-40B4-BE49-F238E27FC236}">
                <a16:creationId xmlns:a16="http://schemas.microsoft.com/office/drawing/2014/main" id="{BC141432-41A7-0F3C-3F7B-30F7F214AE4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7007225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卖点一：无屏幕、过片结构，时尚便携潮玩</a:t>
            </a:r>
          </a:p>
        </p:txBody>
      </p:sp>
    </p:spTree>
    <p:extLst>
      <p:ext uri="{BB962C8B-B14F-4D97-AF65-F5344CB8AC3E}">
        <p14:creationId xmlns:p14="http://schemas.microsoft.com/office/powerpoint/2010/main" val="1631008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BD78C-3910-B4A3-03FF-66B74C72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5B2C9293-4B1B-FC00-C93A-208EA51F04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7007225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卖点二：胶卷的仪式感和数码内核的便捷性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779E52C-A00B-A2ED-265C-8E58DEA68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954"/>
            <a:ext cx="121920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09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5674-A52D-8EC6-0A41-CCAA64663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D53CA88E-FA2E-3EFB-94A5-F6EE8318E2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7889875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卖点三：仿胶卷风格直出，叠加特效增加可玩性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44AB08-7576-831A-17F4-686903B9A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224" y="1110600"/>
            <a:ext cx="9337396" cy="46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46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623A-7871-1326-6FE2-F8613799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4CAD687A-0899-E0E1-9F75-0B088C8370D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5572125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卖点四：按卷查看，二创拼贴分享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9EF8AF-25CB-4854-6340-08B556F5BC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6236"/>
            <a:ext cx="12192000" cy="404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19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96AC-DDD2-8CBD-B4C5-A58F860A4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D2578CA2-8CD4-D15B-EB0E-8B59A8EF14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1950"/>
            <a:ext cx="895350" cy="477838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竞品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3B4C30-BA9B-1524-FF34-6DCF42DC611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41964" y="3973026"/>
            <a:ext cx="2880000" cy="418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/>
              <a:t>Flashback One35 V2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305F3F-EB59-149F-A80A-85D291978DB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4" y="1095662"/>
            <a:ext cx="2880000" cy="28800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439D9-7501-7FBC-5F87-9C640B39A731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065830970"/>
              </p:ext>
            </p:extLst>
          </p:nvPr>
        </p:nvGraphicFramePr>
        <p:xfrm>
          <a:off x="4286881" y="365061"/>
          <a:ext cx="7540936" cy="5481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项目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小米复古数码相机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Flashback One35 V2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上市日期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2027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Q2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2026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月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价格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￥</a:t>
                      </a:r>
                      <a:r>
                        <a:rPr lang="en-US" altLang="zh-CN" sz="1400" dirty="0">
                          <a:solidFill>
                            <a:srgbClr val="00B050"/>
                          </a:solidFill>
                          <a:latin typeface="+mn-ea"/>
                        </a:rPr>
                        <a:t>599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￥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749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图像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13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，裁切至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6M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13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M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镜头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f=35mm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1:2.2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f=24mm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1:2.0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曝光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/EV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控制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自动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自动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自动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不支持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取景器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光学旁轴，</a:t>
                      </a:r>
                      <a:r>
                        <a:rPr lang="en-US" altLang="zh-CN" sz="1400" dirty="0">
                          <a:solidFill>
                            <a:srgbClr val="00B050"/>
                          </a:solidFill>
                          <a:latin typeface="+mn-ea"/>
                        </a:rPr>
                        <a:t>Y</a:t>
                      </a: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轴偏移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光学旁轴，双轴偏移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36929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存储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36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张，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JPEG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27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张，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DNG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69541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软件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极印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App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独立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App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，国内未上架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8719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首发滤镜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10</a:t>
                      </a: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款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款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0742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个性化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漏光、暗角、相框、拼贴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无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8859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传输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36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张，</a:t>
                      </a:r>
                      <a:r>
                        <a:rPr lang="en-US" altLang="zh-CN" sz="1400" dirty="0">
                          <a:solidFill>
                            <a:srgbClr val="00B050"/>
                          </a:solidFill>
                          <a:latin typeface="+mn-ea"/>
                        </a:rPr>
                        <a:t>&lt;75s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27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张，约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120s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43217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打印机联动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极印</a:t>
                      </a:r>
                      <a:r>
                        <a:rPr lang="en-US" altLang="zh-CN" sz="1400" dirty="0">
                          <a:solidFill>
                            <a:srgbClr val="00B050"/>
                          </a:solidFill>
                          <a:latin typeface="+mn-ea"/>
                        </a:rPr>
                        <a:t>App</a:t>
                      </a: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内直接联动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不支持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055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7302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CARD_INVALID" val="Invali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9*199"/>
  <p:tag name="TABLE_ENDDRAG_RECT" val="66*100*819*19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907086614174,&quot;left&quot;:67.101968503937,&quot;top&quot;:86.27259842519685,&quot;width&quot;:833.1388976377954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907086614174,&quot;left&quot;:67.101968503937,&quot;top&quot;:86.27259842519683,&quot;width&quot;:833.1388976377954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907086614174,&quot;left&quot;:67.101968503937,&quot;top&quot;:86.27259842519683,&quot;width&quot;:833.1388976377954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9*199"/>
  <p:tag name="TABLE_ENDDRAG_RECT" val="66*100*819*199"/>
</p:tagLst>
</file>

<file path=ppt/theme/theme1.xml><?xml version="1.0" encoding="utf-8"?>
<a:theme xmlns:a="http://schemas.openxmlformats.org/drawingml/2006/main" name="hannto">
  <a:themeElements>
    <a:clrScheme name="">
      <a:dk1>
        <a:srgbClr val="000000"/>
      </a:dk1>
      <a:lt1>
        <a:sysClr val="window" lastClr="FFFFFF"/>
      </a:lt1>
      <a:dk2>
        <a:srgbClr val="EA7728"/>
      </a:dk2>
      <a:lt2>
        <a:srgbClr val="7F7F7F"/>
      </a:lt2>
      <a:accent1>
        <a:srgbClr val="EA7728"/>
      </a:accent1>
      <a:accent2>
        <a:srgbClr val="F8A61D"/>
      </a:accent2>
      <a:accent3>
        <a:srgbClr val="FFE311"/>
      </a:accent3>
      <a:accent4>
        <a:srgbClr val="FFD082"/>
      </a:accent4>
      <a:accent5>
        <a:srgbClr val="78CCCC"/>
      </a:accent5>
      <a:accent6>
        <a:srgbClr val="9C6A6A"/>
      </a:accent6>
      <a:hlink>
        <a:srgbClr val="0266BA"/>
      </a:hlink>
      <a:folHlink>
        <a:srgbClr val="0266BA"/>
      </a:folHlink>
    </a:clrScheme>
    <a:fontScheme name="Custom 1">
      <a:majorFont>
        <a:latin typeface="Segoe UI Semibold"/>
        <a:ea typeface="微软雅黑"/>
        <a:cs typeface=""/>
      </a:majorFont>
      <a:minorFont>
        <a:latin typeface="Segoe UI Semi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xmlns="" underline="false"/>
      </a:ext>
    </a:extLst>
  </a:themeElements>
  <a:objectDefaults/>
  <a:extraClrSchemeLst/>
  <a:extLst>
    <a:ext uri="{05A4C25C-085E-4340-85A3-A5531E510DB2}">
      <thm15:themeFamily xmlns:thm15="http://schemas.microsoft.com/office/thememl/2012/main" name="hannto" id="{ECFBA032-CF05-405F-A9A5-EA03C978819B}" vid="{94491737-407C-4343-B243-43C4FCB51CE9}"/>
    </a:ext>
  </a:extLst>
</a:theme>
</file>

<file path=ppt/theme/theme2.xml><?xml version="1.0" encoding="utf-8"?>
<a:theme xmlns:a="http://schemas.openxmlformats.org/drawingml/2006/main" name="4_橙色">
  <a:themeElements>
    <a:clrScheme name="Custom 4">
      <a:dk1>
        <a:srgbClr val="000000"/>
      </a:dk1>
      <a:lt1>
        <a:sysClr val="window" lastClr="FFFFFF"/>
      </a:lt1>
      <a:dk2>
        <a:srgbClr val="EA7728"/>
      </a:dk2>
      <a:lt2>
        <a:srgbClr val="7F7F7F"/>
      </a:lt2>
      <a:accent1>
        <a:srgbClr val="EA7728"/>
      </a:accent1>
      <a:accent2>
        <a:srgbClr val="F8A61D"/>
      </a:accent2>
      <a:accent3>
        <a:srgbClr val="FFE311"/>
      </a:accent3>
      <a:accent4>
        <a:srgbClr val="FFD082"/>
      </a:accent4>
      <a:accent5>
        <a:srgbClr val="78CCCC"/>
      </a:accent5>
      <a:accent6>
        <a:srgbClr val="9C6A6A"/>
      </a:accent6>
      <a:hlink>
        <a:srgbClr val="1773B1"/>
      </a:hlink>
      <a:folHlink>
        <a:srgbClr val="595959"/>
      </a:folHlink>
    </a:clrScheme>
    <a:fontScheme name="Custom 1">
      <a:majorFont>
        <a:latin typeface="Segoe UI Semibold"/>
        <a:ea typeface="微软雅黑"/>
        <a:cs typeface=""/>
      </a:majorFont>
      <a:minorFont>
        <a:latin typeface="Segoe UI Semi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hannto</Template>
  <TotalTime>1876</TotalTime>
  <Words>1886</Words>
  <Application>Microsoft Office PowerPoint</Application>
  <PresentationFormat>宽屏</PresentationFormat>
  <Paragraphs>214</Paragraphs>
  <Slides>18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Microsoft YaHei UI</vt:lpstr>
      <vt:lpstr>等线</vt:lpstr>
      <vt:lpstr>微软雅黑</vt:lpstr>
      <vt:lpstr>微软雅黑 Light</vt:lpstr>
      <vt:lpstr>Arial</vt:lpstr>
      <vt:lpstr>Segoe UI</vt:lpstr>
      <vt:lpstr>Segoe UI Semilight</vt:lpstr>
      <vt:lpstr>hannto</vt:lpstr>
      <vt:lpstr>4_橙色</vt:lpstr>
      <vt:lpstr>AiKen JY SI/DO</vt:lpstr>
      <vt:lpstr>PowerPoint 演示文稿</vt:lpstr>
      <vt:lpstr>SI 1：增强极印品牌</vt:lpstr>
      <vt:lpstr>SI 2：优秀的闭环体验</vt:lpstr>
      <vt:lpstr>PowerPoint 演示文稿</vt:lpstr>
      <vt:lpstr>市场与用户洞察</vt:lpstr>
      <vt:lpstr>复古经济与情绪价值双轮驱动</vt:lpstr>
      <vt:lpstr>核心目标人群</vt:lpstr>
      <vt:lpstr>核心目标人群</vt:lpstr>
      <vt:lpstr>核心使用场景</vt:lpstr>
      <vt:lpstr>产品定义</vt:lpstr>
      <vt:lpstr>一句话定义</vt:lpstr>
      <vt:lpstr>产品愿景与核心价值</vt:lpstr>
      <vt:lpstr>卖点一：无屏幕、过片结构，时尚便携潮玩</vt:lpstr>
      <vt:lpstr>卖点二：胶卷的仪式感和数码内核的便捷性</vt:lpstr>
      <vt:lpstr>卖点三：仿胶卷风格直出，叠加特效增加可玩性</vt:lpstr>
      <vt:lpstr>卖点四：按卷查看，二创拼贴分享</vt:lpstr>
      <vt:lpstr>竞品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楠翔 盛</dc:creator>
  <cp:lastModifiedBy>楠翔 盛</cp:lastModifiedBy>
  <cp:revision>1</cp:revision>
  <dcterms:created xsi:type="dcterms:W3CDTF">2026-10-19T03:05:34Z</dcterms:created>
  <dcterms:modified xsi:type="dcterms:W3CDTF">2026-10-23T06:34:44Z</dcterms:modified>
</cp:coreProperties>
</file>