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notesSlides/notesSlide4.xml" ContentType="application/vnd.openxmlformats-officedocument.presentationml.notesSlide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notesSlides/notesSlide5.xml" ContentType="application/vnd.openxmlformats-officedocument.presentationml.notesSlide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1"/>
    <p:sldMasterId id="2147483676" r:id="rId2"/>
  </p:sldMasterIdLst>
  <p:notesMasterIdLst>
    <p:notesMasterId r:id="rId23"/>
  </p:notesMasterIdLst>
  <p:sldIdLst>
    <p:sldId id="257" r:id="rId3"/>
    <p:sldId id="15742572" r:id="rId4"/>
    <p:sldId id="15742573" r:id="rId5"/>
    <p:sldId id="15742574" r:id="rId6"/>
    <p:sldId id="15742570" r:id="rId7"/>
    <p:sldId id="15742575" r:id="rId8"/>
    <p:sldId id="15742571" r:id="rId9"/>
    <p:sldId id="15742516" r:id="rId10"/>
    <p:sldId id="15742534" r:id="rId11"/>
    <p:sldId id="15742537" r:id="rId12"/>
    <p:sldId id="15742547" r:id="rId13"/>
    <p:sldId id="15742548" r:id="rId14"/>
    <p:sldId id="15742532" r:id="rId15"/>
    <p:sldId id="15742522" r:id="rId16"/>
    <p:sldId id="15742502" r:id="rId17"/>
    <p:sldId id="15742568" r:id="rId18"/>
    <p:sldId id="15742563" r:id="rId19"/>
    <p:sldId id="15742565" r:id="rId20"/>
    <p:sldId id="15742566" r:id="rId21"/>
    <p:sldId id="15742564" r:id="rId2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33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4ED5DBB-D7D4-47A4-ABC2-79CAD908887B}" v="412" dt="2026-10-23T06:34:43.1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5026" autoAdjust="0"/>
  </p:normalViewPr>
  <p:slideViewPr>
    <p:cSldViewPr snapToGrid="0">
      <p:cViewPr varScale="1">
        <p:scale>
          <a:sx n="72" d="100"/>
          <a:sy n="72" d="100"/>
        </p:scale>
        <p:origin x="76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楠翔 盛" userId="8a22fe4ae455d837" providerId="LiveId" clId="{8BC36A76-E62C-4273-8582-FFB1BF23C538}"/>
    <pc:docChg chg="undo custSel addSld delSld modSld">
      <pc:chgData name="楠翔 盛" userId="8a22fe4ae455d837" providerId="LiveId" clId="{8BC36A76-E62C-4273-8582-FFB1BF23C538}" dt="2026-10-23T06:34:43.186" v="3759"/>
      <pc:docMkLst>
        <pc:docMk/>
      </pc:docMkLst>
      <pc:sldChg chg="del">
        <pc:chgData name="楠翔 盛" userId="8a22fe4ae455d837" providerId="LiveId" clId="{8BC36A76-E62C-4273-8582-FFB1BF23C538}" dt="2026-10-23T05:43:25.279" v="3105" actId="47"/>
        <pc:sldMkLst>
          <pc:docMk/>
          <pc:sldMk cId="0" sldId="15742514"/>
        </pc:sldMkLst>
      </pc:sldChg>
      <pc:sldChg chg="del">
        <pc:chgData name="楠翔 盛" userId="8a22fe4ae455d837" providerId="LiveId" clId="{8BC36A76-E62C-4273-8582-FFB1BF23C538}" dt="2026-10-23T05:43:23.498" v="3104" actId="47"/>
        <pc:sldMkLst>
          <pc:docMk/>
          <pc:sldMk cId="0" sldId="15742515"/>
        </pc:sldMkLst>
      </pc:sldChg>
      <pc:sldChg chg="modSp mod">
        <pc:chgData name="楠翔 盛" userId="8a22fe4ae455d837" providerId="LiveId" clId="{8BC36A76-E62C-4273-8582-FFB1BF23C538}" dt="2026-10-23T06:31:48.674" v="3738" actId="20577"/>
        <pc:sldMkLst>
          <pc:docMk/>
          <pc:sldMk cId="3228872979" sldId="15742552"/>
        </pc:sldMkLst>
        <pc:spChg chg="mod">
          <ac:chgData name="楠翔 盛" userId="8a22fe4ae455d837" providerId="LiveId" clId="{8BC36A76-E62C-4273-8582-FFB1BF23C538}" dt="2026-10-23T06:31:48.674" v="3738" actId="20577"/>
          <ac:spMkLst>
            <pc:docMk/>
            <pc:sldMk cId="3228872979" sldId="15742552"/>
            <ac:spMk id="17" creationId="{00000000-0000-0000-0000-000000000000}"/>
          </ac:spMkLst>
        </pc:spChg>
        <pc:graphicFrameChg chg="mod">
          <ac:chgData name="楠翔 盛" userId="8a22fe4ae455d837" providerId="LiveId" clId="{8BC36A76-E62C-4273-8582-FFB1BF23C538}" dt="2026-10-22T07:59:53.147" v="34"/>
          <ac:graphicFrameMkLst>
            <pc:docMk/>
            <pc:sldMk cId="3228872979" sldId="15742552"/>
            <ac:graphicFrameMk id="6" creationId="{00000000-0000-0000-0000-000000000000}"/>
          </ac:graphicFrameMkLst>
        </pc:graphicFrameChg>
      </pc:sldChg>
      <pc:sldChg chg="new del">
        <pc:chgData name="楠翔 盛" userId="8a22fe4ae455d837" providerId="LiveId" clId="{8BC36A76-E62C-4273-8582-FFB1BF23C538}" dt="2026-10-23T01:50:16.997" v="36" actId="47"/>
        <pc:sldMkLst>
          <pc:docMk/>
          <pc:sldMk cId="917170881" sldId="15742569"/>
        </pc:sldMkLst>
      </pc:sldChg>
      <pc:sldChg chg="addSp delSp modSp add mod">
        <pc:chgData name="楠翔 盛" userId="8a22fe4ae455d837" providerId="LiveId" clId="{8BC36A76-E62C-4273-8582-FFB1BF23C538}" dt="2026-10-23T05:51:06.978" v="3119" actId="408"/>
        <pc:sldMkLst>
          <pc:docMk/>
          <pc:sldMk cId="3426285023" sldId="15742569"/>
        </pc:sldMkLst>
        <pc:spChg chg="add mod topLvl">
          <ac:chgData name="楠翔 盛" userId="8a22fe4ae455d837" providerId="LiveId" clId="{8BC36A76-E62C-4273-8582-FFB1BF23C538}" dt="2026-10-23T03:45:20.011" v="2175" actId="207"/>
          <ac:spMkLst>
            <pc:docMk/>
            <pc:sldMk cId="3426285023" sldId="15742569"/>
            <ac:spMk id="3" creationId="{692E386E-B25B-1D0D-6CBD-5886CC92A01F}"/>
          </ac:spMkLst>
        </pc:spChg>
        <pc:spChg chg="mod topLvl">
          <ac:chgData name="楠翔 盛" userId="8a22fe4ae455d837" providerId="LiveId" clId="{8BC36A76-E62C-4273-8582-FFB1BF23C538}" dt="2026-10-23T05:49:41.557" v="3107" actId="2085"/>
          <ac:spMkLst>
            <pc:docMk/>
            <pc:sldMk cId="3426285023" sldId="15742569"/>
            <ac:spMk id="5" creationId="{4623D673-A92C-B305-600B-1387A6723641}"/>
          </ac:spMkLst>
        </pc:spChg>
        <pc:spChg chg="mod">
          <ac:chgData name="楠翔 盛" userId="8a22fe4ae455d837" providerId="LiveId" clId="{8BC36A76-E62C-4273-8582-FFB1BF23C538}" dt="2026-10-23T05:49:38.024" v="3106" actId="2085"/>
          <ac:spMkLst>
            <pc:docMk/>
            <pc:sldMk cId="3426285023" sldId="15742569"/>
            <ac:spMk id="6" creationId="{FD39AE42-7CE8-4ACF-E7A2-80A6BE5A3F39}"/>
          </ac:spMkLst>
        </pc:spChg>
        <pc:spChg chg="mod">
          <ac:chgData name="楠翔 盛" userId="8a22fe4ae455d837" providerId="LiveId" clId="{8BC36A76-E62C-4273-8582-FFB1BF23C538}" dt="2026-10-23T03:48:46.624" v="2221" actId="207"/>
          <ac:spMkLst>
            <pc:docMk/>
            <pc:sldMk cId="3426285023" sldId="15742569"/>
            <ac:spMk id="7" creationId="{01D12660-30F2-50FD-E9A5-24DBB30D4D09}"/>
          </ac:spMkLst>
        </pc:spChg>
        <pc:spChg chg="mod ord">
          <ac:chgData name="楠翔 盛" userId="8a22fe4ae455d837" providerId="LiveId" clId="{8BC36A76-E62C-4273-8582-FFB1BF23C538}" dt="2026-10-23T03:50:57.761" v="2236" actId="207"/>
          <ac:spMkLst>
            <pc:docMk/>
            <pc:sldMk cId="3426285023" sldId="15742569"/>
            <ac:spMk id="8" creationId="{661626D9-B7E2-1F3A-68FE-81BAEB58C6E8}"/>
          </ac:spMkLst>
        </pc:spChg>
        <pc:spChg chg="add mod topLvl">
          <ac:chgData name="楠翔 盛" userId="8a22fe4ae455d837" providerId="LiveId" clId="{8BC36A76-E62C-4273-8582-FFB1BF23C538}" dt="2026-10-23T03:45:22.619" v="2176" actId="207"/>
          <ac:spMkLst>
            <pc:docMk/>
            <pc:sldMk cId="3426285023" sldId="15742569"/>
            <ac:spMk id="9" creationId="{B6E35B62-564A-17DF-0173-697C3AD8ED37}"/>
          </ac:spMkLst>
        </pc:spChg>
        <pc:spChg chg="del">
          <ac:chgData name="楠翔 盛" userId="8a22fe4ae455d837" providerId="LiveId" clId="{8BC36A76-E62C-4273-8582-FFB1BF23C538}" dt="2026-10-23T02:06:03.670" v="525" actId="478"/>
          <ac:spMkLst>
            <pc:docMk/>
            <pc:sldMk cId="3426285023" sldId="15742569"/>
            <ac:spMk id="10" creationId="{39048A45-FFA7-CFEA-AFF3-7D88673F4B42}"/>
          </ac:spMkLst>
        </pc:spChg>
        <pc:spChg chg="del">
          <ac:chgData name="楠翔 盛" userId="8a22fe4ae455d837" providerId="LiveId" clId="{8BC36A76-E62C-4273-8582-FFB1BF23C538}" dt="2026-10-23T02:06:04.822" v="526" actId="478"/>
          <ac:spMkLst>
            <pc:docMk/>
            <pc:sldMk cId="3426285023" sldId="15742569"/>
            <ac:spMk id="11" creationId="{AE183361-6DA7-921E-03D5-8554E89D58C2}"/>
          </ac:spMkLst>
        </pc:spChg>
        <pc:spChg chg="mod">
          <ac:chgData name="楠翔 盛" userId="8a22fe4ae455d837" providerId="LiveId" clId="{8BC36A76-E62C-4273-8582-FFB1BF23C538}" dt="2026-10-23T04:05:44.826" v="2239" actId="1582"/>
          <ac:spMkLst>
            <pc:docMk/>
            <pc:sldMk cId="3426285023" sldId="15742569"/>
            <ac:spMk id="12" creationId="{573C689D-4988-1A2D-929D-14C763D0EDA5}"/>
          </ac:spMkLst>
        </pc:spChg>
        <pc:spChg chg="del">
          <ac:chgData name="楠翔 盛" userId="8a22fe4ae455d837" providerId="LiveId" clId="{8BC36A76-E62C-4273-8582-FFB1BF23C538}" dt="2026-10-23T02:07:05.642" v="564" actId="478"/>
          <ac:spMkLst>
            <pc:docMk/>
            <pc:sldMk cId="3426285023" sldId="15742569"/>
            <ac:spMk id="13" creationId="{ADE75183-22DB-FB38-9AA4-01BC698B21A9}"/>
          </ac:spMkLst>
        </pc:spChg>
        <pc:spChg chg="del">
          <ac:chgData name="楠翔 盛" userId="8a22fe4ae455d837" providerId="LiveId" clId="{8BC36A76-E62C-4273-8582-FFB1BF23C538}" dt="2026-10-23T02:07:05.642" v="564" actId="478"/>
          <ac:spMkLst>
            <pc:docMk/>
            <pc:sldMk cId="3426285023" sldId="15742569"/>
            <ac:spMk id="14" creationId="{3D65DA9B-5705-51EA-0BC4-16C1BE7842EB}"/>
          </ac:spMkLst>
        </pc:spChg>
        <pc:spChg chg="del">
          <ac:chgData name="楠翔 盛" userId="8a22fe4ae455d837" providerId="LiveId" clId="{8BC36A76-E62C-4273-8582-FFB1BF23C538}" dt="2026-10-23T01:51:23.470" v="99" actId="478"/>
          <ac:spMkLst>
            <pc:docMk/>
            <pc:sldMk cId="3426285023" sldId="15742569"/>
            <ac:spMk id="15" creationId="{E07C4B5D-A299-62D3-1C75-A9E3162AA32B}"/>
          </ac:spMkLst>
        </pc:spChg>
        <pc:spChg chg="del">
          <ac:chgData name="楠翔 盛" userId="8a22fe4ae455d837" providerId="LiveId" clId="{8BC36A76-E62C-4273-8582-FFB1BF23C538}" dt="2026-10-23T01:50:43.621" v="60" actId="478"/>
          <ac:spMkLst>
            <pc:docMk/>
            <pc:sldMk cId="3426285023" sldId="15742569"/>
            <ac:spMk id="16" creationId="{0851A931-E19F-3AC2-F43F-717BD0D71832}"/>
          </ac:spMkLst>
        </pc:spChg>
        <pc:spChg chg="mod">
          <ac:chgData name="楠翔 盛" userId="8a22fe4ae455d837" providerId="LiveId" clId="{8BC36A76-E62C-4273-8582-FFB1BF23C538}" dt="2026-10-23T04:07:31.711" v="2287" actId="20577"/>
          <ac:spMkLst>
            <pc:docMk/>
            <pc:sldMk cId="3426285023" sldId="15742569"/>
            <ac:spMk id="17" creationId="{616C837D-15C2-E500-55B2-20E809670E07}"/>
          </ac:spMkLst>
        </pc:spChg>
        <pc:spChg chg="add mod">
          <ac:chgData name="楠翔 盛" userId="8a22fe4ae455d837" providerId="LiveId" clId="{8BC36A76-E62C-4273-8582-FFB1BF23C538}" dt="2026-10-23T03:48:16.458" v="2216" actId="2085"/>
          <ac:spMkLst>
            <pc:docMk/>
            <pc:sldMk cId="3426285023" sldId="15742569"/>
            <ac:spMk id="19" creationId="{A27114A5-C87B-72D2-086F-3F7BB7701410}"/>
          </ac:spMkLst>
        </pc:spChg>
        <pc:spChg chg="add mod">
          <ac:chgData name="楠翔 盛" userId="8a22fe4ae455d837" providerId="LiveId" clId="{8BC36A76-E62C-4273-8582-FFB1BF23C538}" dt="2026-10-23T03:48:13.511" v="2215" actId="2085"/>
          <ac:spMkLst>
            <pc:docMk/>
            <pc:sldMk cId="3426285023" sldId="15742569"/>
            <ac:spMk id="21" creationId="{DAF6E3EB-4F4A-EB8B-7A46-BE322AD0858C}"/>
          </ac:spMkLst>
        </pc:spChg>
        <pc:spChg chg="add mod topLvl">
          <ac:chgData name="楠翔 盛" userId="8a22fe4ae455d837" providerId="LiveId" clId="{8BC36A76-E62C-4273-8582-FFB1BF23C538}" dt="2026-10-23T04:06:20.290" v="2241" actId="2085"/>
          <ac:spMkLst>
            <pc:docMk/>
            <pc:sldMk cId="3426285023" sldId="15742569"/>
            <ac:spMk id="23" creationId="{AB98B0DA-D6C2-9AB0-E856-735C39D6EB62}"/>
          </ac:spMkLst>
        </pc:spChg>
        <pc:spChg chg="add mod topLvl">
          <ac:chgData name="楠翔 盛" userId="8a22fe4ae455d837" providerId="LiveId" clId="{8BC36A76-E62C-4273-8582-FFB1BF23C538}" dt="2026-10-23T04:06:23.836" v="2242" actId="2085"/>
          <ac:spMkLst>
            <pc:docMk/>
            <pc:sldMk cId="3426285023" sldId="15742569"/>
            <ac:spMk id="25" creationId="{E75D3E59-007E-7C1B-5174-6934A154B14B}"/>
          </ac:spMkLst>
        </pc:spChg>
        <pc:spChg chg="add mod topLvl">
          <ac:chgData name="楠翔 盛" userId="8a22fe4ae455d837" providerId="LiveId" clId="{8BC36A76-E62C-4273-8582-FFB1BF23C538}" dt="2026-10-23T04:06:23.836" v="2242" actId="2085"/>
          <ac:spMkLst>
            <pc:docMk/>
            <pc:sldMk cId="3426285023" sldId="15742569"/>
            <ac:spMk id="27" creationId="{2835B1A4-1A89-7DC7-6294-ED0A18C7F4F1}"/>
          </ac:spMkLst>
        </pc:spChg>
        <pc:spChg chg="add mod">
          <ac:chgData name="楠翔 盛" userId="8a22fe4ae455d837" providerId="LiveId" clId="{8BC36A76-E62C-4273-8582-FFB1BF23C538}" dt="2026-10-23T05:51:06.978" v="3119" actId="408"/>
          <ac:spMkLst>
            <pc:docMk/>
            <pc:sldMk cId="3426285023" sldId="15742569"/>
            <ac:spMk id="30" creationId="{06139D6D-CEC7-889C-2684-645E1B2B5728}"/>
          </ac:spMkLst>
        </pc:spChg>
        <pc:spChg chg="add mod">
          <ac:chgData name="楠翔 盛" userId="8a22fe4ae455d837" providerId="LiveId" clId="{8BC36A76-E62C-4273-8582-FFB1BF23C538}" dt="2026-10-23T05:51:06.978" v="3119" actId="408"/>
          <ac:spMkLst>
            <pc:docMk/>
            <pc:sldMk cId="3426285023" sldId="15742569"/>
            <ac:spMk id="32" creationId="{1BCAB09D-5E5F-B963-80D0-BF6C8522894F}"/>
          </ac:spMkLst>
        </pc:spChg>
        <pc:spChg chg="add mod">
          <ac:chgData name="楠翔 盛" userId="8a22fe4ae455d837" providerId="LiveId" clId="{8BC36A76-E62C-4273-8582-FFB1BF23C538}" dt="2026-10-23T05:51:02.653" v="3118" actId="554"/>
          <ac:spMkLst>
            <pc:docMk/>
            <pc:sldMk cId="3426285023" sldId="15742569"/>
            <ac:spMk id="34" creationId="{7C9F590C-F7C1-E305-6186-21843F64A364}"/>
          </ac:spMkLst>
        </pc:spChg>
        <pc:spChg chg="add mod">
          <ac:chgData name="楠翔 盛" userId="8a22fe4ae455d837" providerId="LiveId" clId="{8BC36A76-E62C-4273-8582-FFB1BF23C538}" dt="2026-10-23T05:50:25.565" v="3112" actId="1582"/>
          <ac:spMkLst>
            <pc:docMk/>
            <pc:sldMk cId="3426285023" sldId="15742569"/>
            <ac:spMk id="36" creationId="{2CBE5DF6-5043-A328-EB9A-2AD9F28C9CEE}"/>
          </ac:spMkLst>
        </pc:spChg>
        <pc:grpChg chg="add del mod">
          <ac:chgData name="楠翔 盛" userId="8a22fe4ae455d837" providerId="LiveId" clId="{8BC36A76-E62C-4273-8582-FFB1BF23C538}" dt="2026-10-23T02:12:29.548" v="855" actId="165"/>
          <ac:grpSpMkLst>
            <pc:docMk/>
            <pc:sldMk cId="3426285023" sldId="15742569"/>
            <ac:grpSpMk id="28" creationId="{E4249D92-ACDF-4E0C-3C8B-178EC17F49D6}"/>
          </ac:grpSpMkLst>
        </pc:grpChg>
        <pc:grpChg chg="add mod">
          <ac:chgData name="楠翔 盛" userId="8a22fe4ae455d837" providerId="LiveId" clId="{8BC36A76-E62C-4273-8582-FFB1BF23C538}" dt="2026-10-23T02:27:18.974" v="1972" actId="1076"/>
          <ac:grpSpMkLst>
            <pc:docMk/>
            <pc:sldMk cId="3426285023" sldId="15742569"/>
            <ac:grpSpMk id="37" creationId="{9B3FA338-8B4D-489A-5DCD-64B5E4B3F582}"/>
          </ac:grpSpMkLst>
        </pc:grpChg>
        <pc:grpChg chg="add del mod">
          <ac:chgData name="楠翔 盛" userId="8a22fe4ae455d837" providerId="LiveId" clId="{8BC36A76-E62C-4273-8582-FFB1BF23C538}" dt="2026-10-23T03:45:01.616" v="2172" actId="165"/>
          <ac:grpSpMkLst>
            <pc:docMk/>
            <pc:sldMk cId="3426285023" sldId="15742569"/>
            <ac:grpSpMk id="38" creationId="{0086ECC5-6835-7429-975F-836248A46CEB}"/>
          </ac:grpSpMkLst>
        </pc:grpChg>
        <pc:grpChg chg="add mod">
          <ac:chgData name="楠翔 盛" userId="8a22fe4ae455d837" providerId="LiveId" clId="{8BC36A76-E62C-4273-8582-FFB1BF23C538}" dt="2026-10-23T03:48:05.680" v="2214" actId="207"/>
          <ac:grpSpMkLst>
            <pc:docMk/>
            <pc:sldMk cId="3426285023" sldId="15742569"/>
            <ac:grpSpMk id="39" creationId="{925A0ED0-A2ED-6E23-0D4D-C2CC6790444F}"/>
          </ac:grpSpMkLst>
        </pc:grpChg>
      </pc:sldChg>
      <pc:sldChg chg="addSp delSp modSp add mod">
        <pc:chgData name="楠翔 盛" userId="8a22fe4ae455d837" providerId="LiveId" clId="{8BC36A76-E62C-4273-8582-FFB1BF23C538}" dt="2026-10-23T05:54:50.402" v="3155" actId="404"/>
        <pc:sldMkLst>
          <pc:docMk/>
          <pc:sldMk cId="3009237883" sldId="15742570"/>
        </pc:sldMkLst>
        <pc:spChg chg="del">
          <ac:chgData name="楠翔 盛" userId="8a22fe4ae455d837" providerId="LiveId" clId="{8BC36A76-E62C-4273-8582-FFB1BF23C538}" dt="2026-10-23T04:09:17.122" v="2295" actId="478"/>
          <ac:spMkLst>
            <pc:docMk/>
            <pc:sldMk cId="3009237883" sldId="15742570"/>
            <ac:spMk id="2" creationId="{97150E12-B7D1-7722-6233-1BDE6BD636DC}"/>
          </ac:spMkLst>
        </pc:spChg>
        <pc:spChg chg="del">
          <ac:chgData name="楠翔 盛" userId="8a22fe4ae455d837" providerId="LiveId" clId="{8BC36A76-E62C-4273-8582-FFB1BF23C538}" dt="2026-10-23T04:09:33.888" v="2299" actId="478"/>
          <ac:spMkLst>
            <pc:docMk/>
            <pc:sldMk cId="3009237883" sldId="15742570"/>
            <ac:spMk id="3" creationId="{EDA22028-C9EA-24D0-691D-F443350A8DA9}"/>
          </ac:spMkLst>
        </pc:spChg>
        <pc:spChg chg="mod topLvl">
          <ac:chgData name="楠翔 盛" userId="8a22fe4ae455d837" providerId="LiveId" clId="{8BC36A76-E62C-4273-8582-FFB1BF23C538}" dt="2026-10-23T05:54:41.572" v="3152" actId="404"/>
          <ac:spMkLst>
            <pc:docMk/>
            <pc:sldMk cId="3009237883" sldId="15742570"/>
            <ac:spMk id="4" creationId="{83F35BBC-E97E-B0B2-89F3-AAF169B84C35}"/>
          </ac:spMkLst>
        </pc:spChg>
        <pc:spChg chg="del">
          <ac:chgData name="楠翔 盛" userId="8a22fe4ae455d837" providerId="LiveId" clId="{8BC36A76-E62C-4273-8582-FFB1BF23C538}" dt="2026-10-23T04:09:32.073" v="2298" actId="478"/>
          <ac:spMkLst>
            <pc:docMk/>
            <pc:sldMk cId="3009237883" sldId="15742570"/>
            <ac:spMk id="5" creationId="{E43D3745-9BE9-DE1B-4ABB-2CD0C7CCFF8C}"/>
          </ac:spMkLst>
        </pc:spChg>
        <pc:spChg chg="del">
          <ac:chgData name="楠翔 盛" userId="8a22fe4ae455d837" providerId="LiveId" clId="{8BC36A76-E62C-4273-8582-FFB1BF23C538}" dt="2026-10-23T04:07:44.254" v="2294" actId="478"/>
          <ac:spMkLst>
            <pc:docMk/>
            <pc:sldMk cId="3009237883" sldId="15742570"/>
            <ac:spMk id="6" creationId="{EF9887C7-BAC2-5996-38F9-EE340C09D0FB}"/>
          </ac:spMkLst>
        </pc:spChg>
        <pc:spChg chg="del">
          <ac:chgData name="楠翔 盛" userId="8a22fe4ae455d837" providerId="LiveId" clId="{8BC36A76-E62C-4273-8582-FFB1BF23C538}" dt="2026-10-23T04:09:33.888" v="2299" actId="478"/>
          <ac:spMkLst>
            <pc:docMk/>
            <pc:sldMk cId="3009237883" sldId="15742570"/>
            <ac:spMk id="7" creationId="{B5B759F6-0A02-C6F5-D38B-65F4F0C50502}"/>
          </ac:spMkLst>
        </pc:spChg>
        <pc:spChg chg="del">
          <ac:chgData name="楠翔 盛" userId="8a22fe4ae455d837" providerId="LiveId" clId="{8BC36A76-E62C-4273-8582-FFB1BF23C538}" dt="2026-10-23T04:09:33.888" v="2299" actId="478"/>
          <ac:spMkLst>
            <pc:docMk/>
            <pc:sldMk cId="3009237883" sldId="15742570"/>
            <ac:spMk id="8" creationId="{03038B26-3A23-DF00-AA41-35EF76FD3F6B}"/>
          </ac:spMkLst>
        </pc:spChg>
        <pc:spChg chg="del mod">
          <ac:chgData name="楠翔 盛" userId="8a22fe4ae455d837" providerId="LiveId" clId="{8BC36A76-E62C-4273-8582-FFB1BF23C538}" dt="2026-10-23T04:09:30.827" v="2297" actId="478"/>
          <ac:spMkLst>
            <pc:docMk/>
            <pc:sldMk cId="3009237883" sldId="15742570"/>
            <ac:spMk id="9" creationId="{ABE5C193-28C6-8F68-10FE-F5EE5692064A}"/>
          </ac:spMkLst>
        </pc:spChg>
        <pc:spChg chg="del">
          <ac:chgData name="楠翔 盛" userId="8a22fe4ae455d837" providerId="LiveId" clId="{8BC36A76-E62C-4273-8582-FFB1BF23C538}" dt="2026-10-23T04:09:33.888" v="2299" actId="478"/>
          <ac:spMkLst>
            <pc:docMk/>
            <pc:sldMk cId="3009237883" sldId="15742570"/>
            <ac:spMk id="10" creationId="{776DBBC8-B8C9-34B3-C98D-FC7EE4E69ABD}"/>
          </ac:spMkLst>
        </pc:spChg>
        <pc:spChg chg="del">
          <ac:chgData name="楠翔 盛" userId="8a22fe4ae455d837" providerId="LiveId" clId="{8BC36A76-E62C-4273-8582-FFB1BF23C538}" dt="2026-10-23T04:09:33.888" v="2299" actId="478"/>
          <ac:spMkLst>
            <pc:docMk/>
            <pc:sldMk cId="3009237883" sldId="15742570"/>
            <ac:spMk id="11" creationId="{58A59177-A693-10F6-8248-96132CD4D512}"/>
          </ac:spMkLst>
        </pc:spChg>
        <pc:spChg chg="del">
          <ac:chgData name="楠翔 盛" userId="8a22fe4ae455d837" providerId="LiveId" clId="{8BC36A76-E62C-4273-8582-FFB1BF23C538}" dt="2026-10-23T04:09:33.888" v="2299" actId="478"/>
          <ac:spMkLst>
            <pc:docMk/>
            <pc:sldMk cId="3009237883" sldId="15742570"/>
            <ac:spMk id="12" creationId="{2311852C-09B9-C9F8-4CFD-96878CF54B61}"/>
          </ac:spMkLst>
        </pc:spChg>
        <pc:spChg chg="del">
          <ac:chgData name="楠翔 盛" userId="8a22fe4ae455d837" providerId="LiveId" clId="{8BC36A76-E62C-4273-8582-FFB1BF23C538}" dt="2026-10-23T04:09:33.888" v="2299" actId="478"/>
          <ac:spMkLst>
            <pc:docMk/>
            <pc:sldMk cId="3009237883" sldId="15742570"/>
            <ac:spMk id="13" creationId="{3D0F115F-8965-C5F7-1365-80011B2212DA}"/>
          </ac:spMkLst>
        </pc:spChg>
        <pc:spChg chg="add mod topLvl">
          <ac:chgData name="楠翔 盛" userId="8a22fe4ae455d837" providerId="LiveId" clId="{8BC36A76-E62C-4273-8582-FFB1BF23C538}" dt="2026-10-23T05:54:45.017" v="3153" actId="404"/>
          <ac:spMkLst>
            <pc:docMk/>
            <pc:sldMk cId="3009237883" sldId="15742570"/>
            <ac:spMk id="15" creationId="{09B3F393-A44F-1FFA-61ED-C70F7E5E93D0}"/>
          </ac:spMkLst>
        </pc:spChg>
        <pc:spChg chg="mod">
          <ac:chgData name="楠翔 盛" userId="8a22fe4ae455d837" providerId="LiveId" clId="{8BC36A76-E62C-4273-8582-FFB1BF23C538}" dt="2026-10-23T04:07:37.629" v="2293" actId="20577"/>
          <ac:spMkLst>
            <pc:docMk/>
            <pc:sldMk cId="3009237883" sldId="15742570"/>
            <ac:spMk id="17" creationId="{77D68F75-ECBC-2EEE-DFD1-65598F72DF69}"/>
          </ac:spMkLst>
        </pc:spChg>
        <pc:spChg chg="del">
          <ac:chgData name="楠翔 盛" userId="8a22fe4ae455d837" providerId="LiveId" clId="{8BC36A76-E62C-4273-8582-FFB1BF23C538}" dt="2026-10-23T04:09:17.122" v="2295" actId="478"/>
          <ac:spMkLst>
            <pc:docMk/>
            <pc:sldMk cId="3009237883" sldId="15742570"/>
            <ac:spMk id="18" creationId="{C5646A9F-750D-7ED0-42D0-D3CD7A4F9606}"/>
          </ac:spMkLst>
        </pc:spChg>
        <pc:spChg chg="del">
          <ac:chgData name="楠翔 盛" userId="8a22fe4ae455d837" providerId="LiveId" clId="{8BC36A76-E62C-4273-8582-FFB1BF23C538}" dt="2026-10-23T04:09:33.888" v="2299" actId="478"/>
          <ac:spMkLst>
            <pc:docMk/>
            <pc:sldMk cId="3009237883" sldId="15742570"/>
            <ac:spMk id="19" creationId="{F7393313-AD81-E9CE-F624-D21EC7A435E3}"/>
          </ac:spMkLst>
        </pc:spChg>
        <pc:spChg chg="add mod topLvl">
          <ac:chgData name="楠翔 盛" userId="8a22fe4ae455d837" providerId="LiveId" clId="{8BC36A76-E62C-4273-8582-FFB1BF23C538}" dt="2026-10-23T05:54:47.934" v="3154" actId="404"/>
          <ac:spMkLst>
            <pc:docMk/>
            <pc:sldMk cId="3009237883" sldId="15742570"/>
            <ac:spMk id="20" creationId="{D9103824-26EA-52F0-D45D-69CF7E362FA5}"/>
          </ac:spMkLst>
        </pc:spChg>
        <pc:spChg chg="del">
          <ac:chgData name="楠翔 盛" userId="8a22fe4ae455d837" providerId="LiveId" clId="{8BC36A76-E62C-4273-8582-FFB1BF23C538}" dt="2026-10-23T04:09:33.888" v="2299" actId="478"/>
          <ac:spMkLst>
            <pc:docMk/>
            <pc:sldMk cId="3009237883" sldId="15742570"/>
            <ac:spMk id="22" creationId="{E03F5203-4C6B-8D9C-7AC9-0672D6DCF351}"/>
          </ac:spMkLst>
        </pc:spChg>
        <pc:spChg chg="add mod topLvl">
          <ac:chgData name="楠翔 盛" userId="8a22fe4ae455d837" providerId="LiveId" clId="{8BC36A76-E62C-4273-8582-FFB1BF23C538}" dt="2026-10-23T05:54:50.402" v="3155" actId="404"/>
          <ac:spMkLst>
            <pc:docMk/>
            <pc:sldMk cId="3009237883" sldId="15742570"/>
            <ac:spMk id="23" creationId="{79062689-C046-12E7-0CA5-55641DA8ABED}"/>
          </ac:spMkLst>
        </pc:spChg>
        <pc:spChg chg="add mod topLvl">
          <ac:chgData name="楠翔 盛" userId="8a22fe4ae455d837" providerId="LiveId" clId="{8BC36A76-E62C-4273-8582-FFB1BF23C538}" dt="2026-10-23T05:54:22.888" v="3151" actId="165"/>
          <ac:spMkLst>
            <pc:docMk/>
            <pc:sldMk cId="3009237883" sldId="15742570"/>
            <ac:spMk id="25" creationId="{6B9CAB80-6279-88B4-AA08-D0B329A82D7B}"/>
          </ac:spMkLst>
        </pc:spChg>
        <pc:spChg chg="add mod topLvl">
          <ac:chgData name="楠翔 盛" userId="8a22fe4ae455d837" providerId="LiveId" clId="{8BC36A76-E62C-4273-8582-FFB1BF23C538}" dt="2026-10-23T05:54:22.888" v="3151" actId="165"/>
          <ac:spMkLst>
            <pc:docMk/>
            <pc:sldMk cId="3009237883" sldId="15742570"/>
            <ac:spMk id="27" creationId="{E53BE85E-55FF-31A6-F085-C9611BDB6D17}"/>
          </ac:spMkLst>
        </pc:spChg>
        <pc:grpChg chg="add del mod">
          <ac:chgData name="楠翔 盛" userId="8a22fe4ae455d837" providerId="LiveId" clId="{8BC36A76-E62C-4273-8582-FFB1BF23C538}" dt="2026-10-23T05:54:22.888" v="3151" actId="165"/>
          <ac:grpSpMkLst>
            <pc:docMk/>
            <pc:sldMk cId="3009237883" sldId="15742570"/>
            <ac:grpSpMk id="50" creationId="{4DB165E7-CC2D-092D-F821-FFB56743C2C2}"/>
          </ac:grpSpMkLst>
        </pc:grpChg>
        <pc:cxnChg chg="add mod topLvl">
          <ac:chgData name="楠翔 盛" userId="8a22fe4ae455d837" providerId="LiveId" clId="{8BC36A76-E62C-4273-8582-FFB1BF23C538}" dt="2026-10-23T05:54:22.888" v="3151" actId="165"/>
          <ac:cxnSpMkLst>
            <pc:docMk/>
            <pc:sldMk cId="3009237883" sldId="15742570"/>
            <ac:cxnSpMk id="29" creationId="{CF38BF30-1B01-6AB6-765B-E023D6EAFDEA}"/>
          </ac:cxnSpMkLst>
        </pc:cxnChg>
        <pc:cxnChg chg="add mod topLvl">
          <ac:chgData name="楠翔 盛" userId="8a22fe4ae455d837" providerId="LiveId" clId="{8BC36A76-E62C-4273-8582-FFB1BF23C538}" dt="2026-10-23T05:54:22.888" v="3151" actId="165"/>
          <ac:cxnSpMkLst>
            <pc:docMk/>
            <pc:sldMk cId="3009237883" sldId="15742570"/>
            <ac:cxnSpMk id="30" creationId="{50B112E3-549B-D8D0-5CE1-38B76D7A4A25}"/>
          </ac:cxnSpMkLst>
        </pc:cxnChg>
        <pc:cxnChg chg="add mod">
          <ac:chgData name="楠翔 盛" userId="8a22fe4ae455d837" providerId="LiveId" clId="{8BC36A76-E62C-4273-8582-FFB1BF23C538}" dt="2026-10-23T05:53:44.204" v="3142" actId="14100"/>
          <ac:cxnSpMkLst>
            <pc:docMk/>
            <pc:sldMk cId="3009237883" sldId="15742570"/>
            <ac:cxnSpMk id="33" creationId="{33662C3C-7BEB-B49A-B58A-E098EB7ABD8A}"/>
          </ac:cxnSpMkLst>
        </pc:cxnChg>
        <pc:cxnChg chg="add del mod">
          <ac:chgData name="楠翔 盛" userId="8a22fe4ae455d837" providerId="LiveId" clId="{8BC36A76-E62C-4273-8582-FFB1BF23C538}" dt="2026-10-23T04:23:58.919" v="3083" actId="478"/>
          <ac:cxnSpMkLst>
            <pc:docMk/>
            <pc:sldMk cId="3009237883" sldId="15742570"/>
            <ac:cxnSpMk id="37" creationId="{F2E81FA9-B442-4013-A12A-922AB51D06D9}"/>
          </ac:cxnSpMkLst>
        </pc:cxnChg>
        <pc:cxnChg chg="add mod">
          <ac:chgData name="楠翔 盛" userId="8a22fe4ae455d837" providerId="LiveId" clId="{8BC36A76-E62C-4273-8582-FFB1BF23C538}" dt="2026-10-23T05:53:44.204" v="3142" actId="14100"/>
          <ac:cxnSpMkLst>
            <pc:docMk/>
            <pc:sldMk cId="3009237883" sldId="15742570"/>
            <ac:cxnSpMk id="39" creationId="{217C0D53-45E5-30EA-5834-FA927FF3C795}"/>
          </ac:cxnSpMkLst>
        </pc:cxnChg>
        <pc:cxnChg chg="add mod">
          <ac:chgData name="楠翔 盛" userId="8a22fe4ae455d837" providerId="LiveId" clId="{8BC36A76-E62C-4273-8582-FFB1BF23C538}" dt="2026-10-23T05:53:39.613" v="3141" actId="14100"/>
          <ac:cxnSpMkLst>
            <pc:docMk/>
            <pc:sldMk cId="3009237883" sldId="15742570"/>
            <ac:cxnSpMk id="41" creationId="{A637E427-B666-CA97-F54D-7D4F89D7BA84}"/>
          </ac:cxnSpMkLst>
        </pc:cxnChg>
        <pc:cxnChg chg="add del mod">
          <ac:chgData name="楠翔 盛" userId="8a22fe4ae455d837" providerId="LiveId" clId="{8BC36A76-E62C-4273-8582-FFB1BF23C538}" dt="2026-10-23T04:25:03.412" v="3096" actId="478"/>
          <ac:cxnSpMkLst>
            <pc:docMk/>
            <pc:sldMk cId="3009237883" sldId="15742570"/>
            <ac:cxnSpMk id="43" creationId="{9EE93018-C926-F4B5-B02A-FAA33743B2D4}"/>
          </ac:cxnSpMkLst>
        </pc:cxnChg>
        <pc:cxnChg chg="add mod topLvl">
          <ac:chgData name="楠翔 盛" userId="8a22fe4ae455d837" providerId="LiveId" clId="{8BC36A76-E62C-4273-8582-FFB1BF23C538}" dt="2026-10-23T05:54:22.888" v="3151" actId="165"/>
          <ac:cxnSpMkLst>
            <pc:docMk/>
            <pc:sldMk cId="3009237883" sldId="15742570"/>
            <ac:cxnSpMk id="46" creationId="{2E5DD2F1-934D-242C-089C-38D6DDFFCAAC}"/>
          </ac:cxnSpMkLst>
        </pc:cxnChg>
      </pc:sldChg>
      <pc:sldChg chg="addSp modSp new mod">
        <pc:chgData name="楠翔 盛" userId="8a22fe4ae455d837" providerId="LiveId" clId="{8BC36A76-E62C-4273-8582-FFB1BF23C538}" dt="2026-10-23T06:34:43.186" v="3759"/>
        <pc:sldMkLst>
          <pc:docMk/>
          <pc:sldMk cId="74715815" sldId="15742571"/>
        </pc:sldMkLst>
        <pc:spChg chg="add mod">
          <ac:chgData name="楠翔 盛" userId="8a22fe4ae455d837" providerId="LiveId" clId="{8BC36A76-E62C-4273-8582-FFB1BF23C538}" dt="2026-10-23T06:06:42.666" v="3691"/>
          <ac:spMkLst>
            <pc:docMk/>
            <pc:sldMk cId="74715815" sldId="15742571"/>
            <ac:spMk id="2" creationId="{23104B19-24F5-006D-DB6C-F9F5679E5B80}"/>
          </ac:spMkLst>
        </pc:spChg>
        <pc:spChg chg="add mod">
          <ac:chgData name="楠翔 盛" userId="8a22fe4ae455d837" providerId="LiveId" clId="{8BC36A76-E62C-4273-8582-FFB1BF23C538}" dt="2026-10-23T06:34:43.186" v="3759"/>
          <ac:spMkLst>
            <pc:docMk/>
            <pc:sldMk cId="74715815" sldId="15742571"/>
            <ac:spMk id="6" creationId="{38961DF9-ABCB-3301-D654-B4FF261F8E71}"/>
          </ac:spMkLst>
        </pc:spChg>
        <pc:picChg chg="add mod">
          <ac:chgData name="楠翔 盛" userId="8a22fe4ae455d837" providerId="LiveId" clId="{8BC36A76-E62C-4273-8582-FFB1BF23C538}" dt="2026-10-23T06:06:34.081" v="3674" actId="1076"/>
          <ac:picMkLst>
            <pc:docMk/>
            <pc:sldMk cId="74715815" sldId="15742571"/>
            <ac:picMk id="4" creationId="{AD8826AE-7656-80A4-A17F-9180D28B53EF}"/>
          </ac:picMkLst>
        </pc:picChg>
      </pc:sldChg>
      <pc:sldMasterChg chg="delSldLayout">
        <pc:chgData name="楠翔 盛" userId="8a22fe4ae455d837" providerId="LiveId" clId="{8BC36A76-E62C-4273-8582-FFB1BF23C538}" dt="2026-10-23T05:43:25.279" v="3105" actId="47"/>
        <pc:sldMasterMkLst>
          <pc:docMk/>
          <pc:sldMasterMk cId="3120308543" sldId="2147483662"/>
        </pc:sldMasterMkLst>
        <pc:sldLayoutChg chg="del">
          <pc:chgData name="楠翔 盛" userId="8a22fe4ae455d837" providerId="LiveId" clId="{8BC36A76-E62C-4273-8582-FFB1BF23C538}" dt="2026-10-23T05:43:25.279" v="3105" actId="47"/>
          <pc:sldLayoutMkLst>
            <pc:docMk/>
            <pc:sldMasterMk cId="3120308543" sldId="2147483662"/>
            <pc:sldLayoutMk cId="1320776983" sldId="2147483669"/>
          </pc:sldLayoutMkLst>
        </pc:sldLayoutChg>
      </pc:sldMaster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4FC2DF9-9E3F-4B64-B801-9616C14111B1}" type="doc">
      <dgm:prSet loTypeId="urn:microsoft.com/office/officeart/2005/8/layout/radial6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CN" altLang="en-US"/>
        </a:p>
      </dgm:t>
    </dgm:pt>
    <dgm:pt modelId="{D344E97D-775E-4887-B181-8328CB43B06C}">
      <dgm:prSet phldrT="[文本]" custT="1"/>
      <dgm:spPr>
        <a:noFill/>
      </dgm:spPr>
      <dgm:t>
        <a:bodyPr/>
        <a:lstStyle/>
        <a:p>
          <a:r>
            <a:rPr lang="en-US" altLang="zh-CN" sz="1800" dirty="0">
              <a:solidFill>
                <a:schemeClr val="accent1"/>
              </a:solidFill>
              <a:latin typeface="+mn-ea"/>
              <a:ea typeface="+mn-ea"/>
            </a:rPr>
            <a:t>C</a:t>
          </a:r>
          <a:r>
            <a:rPr lang="zh-CN" altLang="en-US" sz="1800" dirty="0">
              <a:solidFill>
                <a:schemeClr val="accent1"/>
              </a:solidFill>
              <a:latin typeface="+mn-ea"/>
              <a:ea typeface="+mn-ea"/>
            </a:rPr>
            <a:t>端业务飞轮</a:t>
          </a:r>
        </a:p>
      </dgm:t>
    </dgm:pt>
    <dgm:pt modelId="{588190D5-5AC8-4530-A729-C9E65E3A8BD7}" type="parTrans" cxnId="{2E62900E-1E73-4F5F-A29E-FBAB935EBFFE}">
      <dgm:prSet/>
      <dgm:spPr/>
      <dgm:t>
        <a:bodyPr/>
        <a:lstStyle/>
        <a:p>
          <a:endParaRPr lang="zh-CN" altLang="en-US"/>
        </a:p>
      </dgm:t>
    </dgm:pt>
    <dgm:pt modelId="{1DCCED88-5159-413C-A13A-4FD2E34A1620}" type="sibTrans" cxnId="{2E62900E-1E73-4F5F-A29E-FBAB935EBFFE}">
      <dgm:prSet/>
      <dgm:spPr/>
      <dgm:t>
        <a:bodyPr/>
        <a:lstStyle/>
        <a:p>
          <a:endParaRPr lang="zh-CN" altLang="en-US"/>
        </a:p>
      </dgm:t>
    </dgm:pt>
    <dgm:pt modelId="{1D4C1670-F035-4C66-96E3-2E717F2DAA62}">
      <dgm:prSet phldrT="[文本]" custT="1"/>
      <dgm:spPr>
        <a:solidFill>
          <a:schemeClr val="accent1"/>
        </a:solidFill>
      </dgm:spPr>
      <dgm:t>
        <a:bodyPr/>
        <a:lstStyle/>
        <a:p>
          <a:r>
            <a:rPr lang="zh-CN" altLang="en-US" sz="1400" b="1" dirty="0">
              <a:latin typeface="+mn-ea"/>
              <a:ea typeface="+mn-ea"/>
            </a:rPr>
            <a:t>闭环体验</a:t>
          </a:r>
          <a:br>
            <a:rPr lang="en-US" altLang="zh-CN" sz="1500" dirty="0">
              <a:latin typeface="+mn-ea"/>
              <a:ea typeface="+mn-ea"/>
            </a:rPr>
          </a:br>
          <a:r>
            <a:rPr lang="en-US" altLang="zh-CN" sz="1100" dirty="0">
              <a:latin typeface="+mn-ea"/>
              <a:ea typeface="+mn-ea"/>
            </a:rPr>
            <a:t>599</a:t>
          </a:r>
          <a:r>
            <a:rPr lang="zh-CN" altLang="en-US" sz="1100" dirty="0">
              <a:latin typeface="+mn-ea"/>
              <a:ea typeface="+mn-ea"/>
            </a:rPr>
            <a:t>花得值</a:t>
          </a:r>
          <a:endParaRPr lang="zh-CN" altLang="en-US" sz="1500" dirty="0">
            <a:latin typeface="+mn-ea"/>
            <a:ea typeface="+mn-ea"/>
          </a:endParaRPr>
        </a:p>
      </dgm:t>
    </dgm:pt>
    <dgm:pt modelId="{38903302-4B35-4D50-B346-B5FB41ACC1CA}" type="parTrans" cxnId="{8623F61C-571D-4895-A538-647A4F5B6C7E}">
      <dgm:prSet/>
      <dgm:spPr/>
      <dgm:t>
        <a:bodyPr/>
        <a:lstStyle/>
        <a:p>
          <a:endParaRPr lang="zh-CN" altLang="en-US"/>
        </a:p>
      </dgm:t>
    </dgm:pt>
    <dgm:pt modelId="{83EDE8C2-4D58-4E23-AF65-CF95EAE0B95C}" type="sibTrans" cxnId="{8623F61C-571D-4895-A538-647A4F5B6C7E}">
      <dgm:prSet/>
      <dgm:spPr/>
      <dgm:t>
        <a:bodyPr/>
        <a:lstStyle/>
        <a:p>
          <a:endParaRPr lang="zh-CN" altLang="en-US"/>
        </a:p>
      </dgm:t>
    </dgm:pt>
    <dgm:pt modelId="{E4222C58-41D9-48FF-9667-D53149CE89F3}">
      <dgm:prSet phldrT="[文本]" custT="1"/>
      <dgm:spPr>
        <a:solidFill>
          <a:schemeClr val="accent1"/>
        </a:solidFill>
      </dgm:spPr>
      <dgm:t>
        <a:bodyPr/>
        <a:lstStyle/>
        <a:p>
          <a:r>
            <a:rPr lang="zh-CN" altLang="en-US" sz="1400" b="1" dirty="0"/>
            <a:t>声量投放</a:t>
          </a:r>
          <a:br>
            <a:rPr lang="en-US" altLang="zh-CN" sz="1500" dirty="0"/>
          </a:br>
          <a:r>
            <a:rPr lang="zh-CN" altLang="en-US" sz="1100" dirty="0">
              <a:latin typeface="+mn-ea"/>
              <a:ea typeface="+mn-ea"/>
            </a:rPr>
            <a:t>付费</a:t>
          </a:r>
          <a:r>
            <a:rPr lang="en-US" altLang="zh-CN" sz="1100" dirty="0">
              <a:latin typeface="+mn-ea"/>
              <a:ea typeface="+mn-ea"/>
            </a:rPr>
            <a:t>+</a:t>
          </a:r>
          <a:r>
            <a:rPr lang="zh-CN" altLang="en-US" sz="1100" dirty="0">
              <a:latin typeface="+mn-ea"/>
              <a:ea typeface="+mn-ea"/>
            </a:rPr>
            <a:t>自然</a:t>
          </a:r>
          <a:endParaRPr lang="zh-CN" altLang="en-US" sz="1500" dirty="0">
            <a:latin typeface="+mn-ea"/>
            <a:ea typeface="+mn-ea"/>
          </a:endParaRPr>
        </a:p>
      </dgm:t>
    </dgm:pt>
    <dgm:pt modelId="{D6693110-DDD9-4216-9000-5C0F68E553ED}" type="parTrans" cxnId="{353CFC0E-2AFB-4A26-9D1B-990473386A0C}">
      <dgm:prSet/>
      <dgm:spPr/>
      <dgm:t>
        <a:bodyPr/>
        <a:lstStyle/>
        <a:p>
          <a:endParaRPr lang="zh-CN" altLang="en-US"/>
        </a:p>
      </dgm:t>
    </dgm:pt>
    <dgm:pt modelId="{1E1694D1-163B-4CA4-9BAF-551D4BA484FB}" type="sibTrans" cxnId="{353CFC0E-2AFB-4A26-9D1B-990473386A0C}">
      <dgm:prSet/>
      <dgm:spPr/>
      <dgm:t>
        <a:bodyPr/>
        <a:lstStyle/>
        <a:p>
          <a:endParaRPr lang="zh-CN" altLang="en-US"/>
        </a:p>
      </dgm:t>
    </dgm:pt>
    <dgm:pt modelId="{FC70DC30-C113-419F-B3DB-AB08D009C293}">
      <dgm:prSet phldrT="[文本]" custT="1"/>
      <dgm:spPr/>
      <dgm:t>
        <a:bodyPr/>
        <a:lstStyle/>
        <a:p>
          <a:r>
            <a:rPr lang="zh-CN" altLang="en-US" sz="1400" b="1" dirty="0">
              <a:latin typeface="+mn-ea"/>
              <a:ea typeface="+mn-ea"/>
            </a:rPr>
            <a:t>销量增长</a:t>
          </a:r>
          <a:br>
            <a:rPr lang="en-US" altLang="zh-CN" sz="1700" dirty="0">
              <a:latin typeface="+mn-ea"/>
              <a:ea typeface="+mn-ea"/>
            </a:rPr>
          </a:br>
          <a:r>
            <a:rPr lang="zh-CN" altLang="en-US" sz="1100" dirty="0">
              <a:latin typeface="+mn-ea"/>
              <a:ea typeface="+mn-ea"/>
            </a:rPr>
            <a:t>分布右移</a:t>
          </a:r>
          <a:endParaRPr lang="zh-CN" altLang="en-US" sz="1700" dirty="0">
            <a:latin typeface="+mn-ea"/>
            <a:ea typeface="+mn-ea"/>
          </a:endParaRPr>
        </a:p>
      </dgm:t>
    </dgm:pt>
    <dgm:pt modelId="{E04C54F5-096E-4950-8E2E-DD9C93000161}" type="parTrans" cxnId="{BF59F0A7-7010-4625-9B8B-19B37DD676CD}">
      <dgm:prSet/>
      <dgm:spPr/>
      <dgm:t>
        <a:bodyPr/>
        <a:lstStyle/>
        <a:p>
          <a:endParaRPr lang="zh-CN" altLang="en-US"/>
        </a:p>
      </dgm:t>
    </dgm:pt>
    <dgm:pt modelId="{6AB137D6-EF6E-4046-A48C-CAAD44AF95CB}" type="sibTrans" cxnId="{BF59F0A7-7010-4625-9B8B-19B37DD676CD}">
      <dgm:prSet/>
      <dgm:spPr/>
      <dgm:t>
        <a:bodyPr/>
        <a:lstStyle/>
        <a:p>
          <a:endParaRPr lang="zh-CN" altLang="en-US"/>
        </a:p>
      </dgm:t>
    </dgm:pt>
    <dgm:pt modelId="{F56DB1F0-2897-4CE0-8C2F-7BCC3641A9D6}">
      <dgm:prSet phldrT="[文本]" custT="1"/>
      <dgm:spPr/>
      <dgm:t>
        <a:bodyPr/>
        <a:lstStyle/>
        <a:p>
          <a:r>
            <a:rPr lang="zh-CN" altLang="en-US" sz="1400" b="1" dirty="0">
              <a:latin typeface="+mn-ea"/>
              <a:ea typeface="+mn-ea"/>
            </a:rPr>
            <a:t>资源再投</a:t>
          </a:r>
          <a:br>
            <a:rPr lang="en-US" altLang="zh-CN" sz="1400" b="1" dirty="0">
              <a:latin typeface="+mn-ea"/>
              <a:ea typeface="+mn-ea"/>
            </a:rPr>
          </a:br>
          <a:r>
            <a:rPr lang="zh-CN" altLang="en-US" sz="1100" dirty="0">
              <a:latin typeface="+mn-ea"/>
              <a:ea typeface="+mn-ea"/>
            </a:rPr>
            <a:t>体验</a:t>
          </a:r>
          <a:r>
            <a:rPr lang="en-US" altLang="zh-CN" sz="1100" dirty="0">
              <a:latin typeface="+mn-ea"/>
              <a:ea typeface="+mn-ea"/>
            </a:rPr>
            <a:t>+</a:t>
          </a:r>
          <a:r>
            <a:rPr lang="zh-CN" altLang="en-US" sz="1100" dirty="0">
              <a:latin typeface="+mn-ea"/>
              <a:ea typeface="+mn-ea"/>
            </a:rPr>
            <a:t>营销</a:t>
          </a:r>
          <a:endParaRPr lang="zh-CN" altLang="en-US" sz="1500" dirty="0">
            <a:latin typeface="+mn-ea"/>
            <a:ea typeface="+mn-ea"/>
          </a:endParaRPr>
        </a:p>
      </dgm:t>
    </dgm:pt>
    <dgm:pt modelId="{F7631AC8-B10C-4897-9FC6-B3CF83B9617B}" type="parTrans" cxnId="{56D20947-166A-495F-BED0-336C9A975CBB}">
      <dgm:prSet/>
      <dgm:spPr/>
      <dgm:t>
        <a:bodyPr/>
        <a:lstStyle/>
        <a:p>
          <a:endParaRPr lang="zh-CN" altLang="en-US"/>
        </a:p>
      </dgm:t>
    </dgm:pt>
    <dgm:pt modelId="{9AB57D15-2C99-4484-BD89-CFF45DFC35B0}" type="sibTrans" cxnId="{56D20947-166A-495F-BED0-336C9A975CBB}">
      <dgm:prSet/>
      <dgm:spPr/>
      <dgm:t>
        <a:bodyPr/>
        <a:lstStyle/>
        <a:p>
          <a:endParaRPr lang="zh-CN" altLang="en-US"/>
        </a:p>
      </dgm:t>
    </dgm:pt>
    <dgm:pt modelId="{A81C0777-2878-4BF5-9C90-E37B4DCADFD2}" type="pres">
      <dgm:prSet presAssocID="{04FC2DF9-9E3F-4B64-B801-9616C14111B1}" presName="Name0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1FF4C67A-7E2A-43C4-ADEC-D2770D6DE08D}" type="pres">
      <dgm:prSet presAssocID="{D344E97D-775E-4887-B181-8328CB43B06C}" presName="centerShape" presStyleLbl="node0" presStyleIdx="0" presStyleCnt="1" custScaleX="125339"/>
      <dgm:spPr/>
    </dgm:pt>
    <dgm:pt modelId="{B5B5F1FE-92E2-42CA-A143-86A43FB7B998}" type="pres">
      <dgm:prSet presAssocID="{1D4C1670-F035-4C66-96E3-2E717F2DAA62}" presName="node" presStyleLbl="node1" presStyleIdx="0" presStyleCnt="4">
        <dgm:presLayoutVars>
          <dgm:bulletEnabled val="1"/>
        </dgm:presLayoutVars>
      </dgm:prSet>
      <dgm:spPr/>
    </dgm:pt>
    <dgm:pt modelId="{39F51DC7-784B-4BAD-ADEF-6B8091F25D6C}" type="pres">
      <dgm:prSet presAssocID="{1D4C1670-F035-4C66-96E3-2E717F2DAA62}" presName="dummy" presStyleCnt="0"/>
      <dgm:spPr/>
    </dgm:pt>
    <dgm:pt modelId="{5CDAD8DE-FF2C-4604-986A-29BBC765A42E}" type="pres">
      <dgm:prSet presAssocID="{83EDE8C2-4D58-4E23-AF65-CF95EAE0B95C}" presName="sibTrans" presStyleLbl="sibTrans2D1" presStyleIdx="0" presStyleCnt="4"/>
      <dgm:spPr/>
    </dgm:pt>
    <dgm:pt modelId="{3BE50A9F-5473-4166-8F39-F49A5EB194F3}" type="pres">
      <dgm:prSet presAssocID="{E4222C58-41D9-48FF-9667-D53149CE89F3}" presName="node" presStyleLbl="node1" presStyleIdx="1" presStyleCnt="4">
        <dgm:presLayoutVars>
          <dgm:bulletEnabled val="1"/>
        </dgm:presLayoutVars>
      </dgm:prSet>
      <dgm:spPr/>
    </dgm:pt>
    <dgm:pt modelId="{FB26822E-10A4-433B-831D-CCE9C2F10374}" type="pres">
      <dgm:prSet presAssocID="{E4222C58-41D9-48FF-9667-D53149CE89F3}" presName="dummy" presStyleCnt="0"/>
      <dgm:spPr/>
    </dgm:pt>
    <dgm:pt modelId="{74F1443E-0E8A-4D5D-B986-748383A775A1}" type="pres">
      <dgm:prSet presAssocID="{1E1694D1-163B-4CA4-9BAF-551D4BA484FB}" presName="sibTrans" presStyleLbl="sibTrans2D1" presStyleIdx="1" presStyleCnt="4"/>
      <dgm:spPr/>
    </dgm:pt>
    <dgm:pt modelId="{1C9101A1-6141-41CD-BC2A-0C32B04A7220}" type="pres">
      <dgm:prSet presAssocID="{FC70DC30-C113-419F-B3DB-AB08D009C293}" presName="node" presStyleLbl="node1" presStyleIdx="2" presStyleCnt="4">
        <dgm:presLayoutVars>
          <dgm:bulletEnabled val="1"/>
        </dgm:presLayoutVars>
      </dgm:prSet>
      <dgm:spPr/>
    </dgm:pt>
    <dgm:pt modelId="{C80F0E3F-F56E-4557-92E3-9DB3647A5F31}" type="pres">
      <dgm:prSet presAssocID="{FC70DC30-C113-419F-B3DB-AB08D009C293}" presName="dummy" presStyleCnt="0"/>
      <dgm:spPr/>
    </dgm:pt>
    <dgm:pt modelId="{FFDB0D85-78E3-4AA5-9ED8-DB910C23E491}" type="pres">
      <dgm:prSet presAssocID="{6AB137D6-EF6E-4046-A48C-CAAD44AF95CB}" presName="sibTrans" presStyleLbl="sibTrans2D1" presStyleIdx="2" presStyleCnt="4"/>
      <dgm:spPr/>
    </dgm:pt>
    <dgm:pt modelId="{54216365-5E05-46D5-87DB-4C10FDD3D7F4}" type="pres">
      <dgm:prSet presAssocID="{F56DB1F0-2897-4CE0-8C2F-7BCC3641A9D6}" presName="node" presStyleLbl="node1" presStyleIdx="3" presStyleCnt="4">
        <dgm:presLayoutVars>
          <dgm:bulletEnabled val="1"/>
        </dgm:presLayoutVars>
      </dgm:prSet>
      <dgm:spPr/>
    </dgm:pt>
    <dgm:pt modelId="{D1466B5B-829D-4E0B-8336-B680844EC327}" type="pres">
      <dgm:prSet presAssocID="{F56DB1F0-2897-4CE0-8C2F-7BCC3641A9D6}" presName="dummy" presStyleCnt="0"/>
      <dgm:spPr/>
    </dgm:pt>
    <dgm:pt modelId="{27C066B3-7E16-445E-8AA8-10BAED198C8A}" type="pres">
      <dgm:prSet presAssocID="{9AB57D15-2C99-4484-BD89-CFF45DFC35B0}" presName="sibTrans" presStyleLbl="sibTrans2D1" presStyleIdx="3" presStyleCnt="4"/>
      <dgm:spPr/>
    </dgm:pt>
  </dgm:ptLst>
  <dgm:cxnLst>
    <dgm:cxn modelId="{2E62900E-1E73-4F5F-A29E-FBAB935EBFFE}" srcId="{04FC2DF9-9E3F-4B64-B801-9616C14111B1}" destId="{D344E97D-775E-4887-B181-8328CB43B06C}" srcOrd="0" destOrd="0" parTransId="{588190D5-5AC8-4530-A729-C9E65E3A8BD7}" sibTransId="{1DCCED88-5159-413C-A13A-4FD2E34A1620}"/>
    <dgm:cxn modelId="{353CFC0E-2AFB-4A26-9D1B-990473386A0C}" srcId="{D344E97D-775E-4887-B181-8328CB43B06C}" destId="{E4222C58-41D9-48FF-9667-D53149CE89F3}" srcOrd="1" destOrd="0" parTransId="{D6693110-DDD9-4216-9000-5C0F68E553ED}" sibTransId="{1E1694D1-163B-4CA4-9BAF-551D4BA484FB}"/>
    <dgm:cxn modelId="{CB567D19-11D6-4F2A-AE44-BE462B017026}" type="presOf" srcId="{E4222C58-41D9-48FF-9667-D53149CE89F3}" destId="{3BE50A9F-5473-4166-8F39-F49A5EB194F3}" srcOrd="0" destOrd="0" presId="urn:microsoft.com/office/officeart/2005/8/layout/radial6"/>
    <dgm:cxn modelId="{8623F61C-571D-4895-A538-647A4F5B6C7E}" srcId="{D344E97D-775E-4887-B181-8328CB43B06C}" destId="{1D4C1670-F035-4C66-96E3-2E717F2DAA62}" srcOrd="0" destOrd="0" parTransId="{38903302-4B35-4D50-B346-B5FB41ACC1CA}" sibTransId="{83EDE8C2-4D58-4E23-AF65-CF95EAE0B95C}"/>
    <dgm:cxn modelId="{D2F8F224-E8B2-473F-9B7B-EA3DC661B969}" type="presOf" srcId="{9AB57D15-2C99-4484-BD89-CFF45DFC35B0}" destId="{27C066B3-7E16-445E-8AA8-10BAED198C8A}" srcOrd="0" destOrd="0" presId="urn:microsoft.com/office/officeart/2005/8/layout/radial6"/>
    <dgm:cxn modelId="{BDDE8D34-4749-498C-800D-041323B04367}" type="presOf" srcId="{FC70DC30-C113-419F-B3DB-AB08D009C293}" destId="{1C9101A1-6141-41CD-BC2A-0C32B04A7220}" srcOrd="0" destOrd="0" presId="urn:microsoft.com/office/officeart/2005/8/layout/radial6"/>
    <dgm:cxn modelId="{75B12D61-C7C7-43EF-8502-6F6D403BD9F2}" type="presOf" srcId="{F56DB1F0-2897-4CE0-8C2F-7BCC3641A9D6}" destId="{54216365-5E05-46D5-87DB-4C10FDD3D7F4}" srcOrd="0" destOrd="0" presId="urn:microsoft.com/office/officeart/2005/8/layout/radial6"/>
    <dgm:cxn modelId="{A7F9DD61-5BBD-4D1E-9C2F-B555CA532EB6}" type="presOf" srcId="{1D4C1670-F035-4C66-96E3-2E717F2DAA62}" destId="{B5B5F1FE-92E2-42CA-A143-86A43FB7B998}" srcOrd="0" destOrd="0" presId="urn:microsoft.com/office/officeart/2005/8/layout/radial6"/>
    <dgm:cxn modelId="{A37DE742-89F7-4E7D-82FE-543D2E399CC3}" type="presOf" srcId="{83EDE8C2-4D58-4E23-AF65-CF95EAE0B95C}" destId="{5CDAD8DE-FF2C-4604-986A-29BBC765A42E}" srcOrd="0" destOrd="0" presId="urn:microsoft.com/office/officeart/2005/8/layout/radial6"/>
    <dgm:cxn modelId="{56D20947-166A-495F-BED0-336C9A975CBB}" srcId="{D344E97D-775E-4887-B181-8328CB43B06C}" destId="{F56DB1F0-2897-4CE0-8C2F-7BCC3641A9D6}" srcOrd="3" destOrd="0" parTransId="{F7631AC8-B10C-4897-9FC6-B3CF83B9617B}" sibTransId="{9AB57D15-2C99-4484-BD89-CFF45DFC35B0}"/>
    <dgm:cxn modelId="{6C7A0368-BA66-4E10-95BC-CBDFF48BAA8B}" type="presOf" srcId="{6AB137D6-EF6E-4046-A48C-CAAD44AF95CB}" destId="{FFDB0D85-78E3-4AA5-9ED8-DB910C23E491}" srcOrd="0" destOrd="0" presId="urn:microsoft.com/office/officeart/2005/8/layout/radial6"/>
    <dgm:cxn modelId="{3E658387-420F-4EF8-933D-A6A3B00A19CF}" type="presOf" srcId="{D344E97D-775E-4887-B181-8328CB43B06C}" destId="{1FF4C67A-7E2A-43C4-ADEC-D2770D6DE08D}" srcOrd="0" destOrd="0" presId="urn:microsoft.com/office/officeart/2005/8/layout/radial6"/>
    <dgm:cxn modelId="{BF59F0A7-7010-4625-9B8B-19B37DD676CD}" srcId="{D344E97D-775E-4887-B181-8328CB43B06C}" destId="{FC70DC30-C113-419F-B3DB-AB08D009C293}" srcOrd="2" destOrd="0" parTransId="{E04C54F5-096E-4950-8E2E-DD9C93000161}" sibTransId="{6AB137D6-EF6E-4046-A48C-CAAD44AF95CB}"/>
    <dgm:cxn modelId="{3A9C69AB-3849-4672-8F65-D31DA708DAA0}" type="presOf" srcId="{04FC2DF9-9E3F-4B64-B801-9616C14111B1}" destId="{A81C0777-2878-4BF5-9C90-E37B4DCADFD2}" srcOrd="0" destOrd="0" presId="urn:microsoft.com/office/officeart/2005/8/layout/radial6"/>
    <dgm:cxn modelId="{C5596EC3-21C2-46B0-B33D-857984E14422}" type="presOf" srcId="{1E1694D1-163B-4CA4-9BAF-551D4BA484FB}" destId="{74F1443E-0E8A-4D5D-B986-748383A775A1}" srcOrd="0" destOrd="0" presId="urn:microsoft.com/office/officeart/2005/8/layout/radial6"/>
    <dgm:cxn modelId="{3879A067-5E42-428F-A91C-AD1DD3C38462}" type="presParOf" srcId="{A81C0777-2878-4BF5-9C90-E37B4DCADFD2}" destId="{1FF4C67A-7E2A-43C4-ADEC-D2770D6DE08D}" srcOrd="0" destOrd="0" presId="urn:microsoft.com/office/officeart/2005/8/layout/radial6"/>
    <dgm:cxn modelId="{B647BEEE-EAB7-47FB-9B63-87B1B614D683}" type="presParOf" srcId="{A81C0777-2878-4BF5-9C90-E37B4DCADFD2}" destId="{B5B5F1FE-92E2-42CA-A143-86A43FB7B998}" srcOrd="1" destOrd="0" presId="urn:microsoft.com/office/officeart/2005/8/layout/radial6"/>
    <dgm:cxn modelId="{B54C5639-2893-43CE-9554-A3CCC4CE133C}" type="presParOf" srcId="{A81C0777-2878-4BF5-9C90-E37B4DCADFD2}" destId="{39F51DC7-784B-4BAD-ADEF-6B8091F25D6C}" srcOrd="2" destOrd="0" presId="urn:microsoft.com/office/officeart/2005/8/layout/radial6"/>
    <dgm:cxn modelId="{72FF2AF1-D33A-4E38-87EE-1FCD6C931C0F}" type="presParOf" srcId="{A81C0777-2878-4BF5-9C90-E37B4DCADFD2}" destId="{5CDAD8DE-FF2C-4604-986A-29BBC765A42E}" srcOrd="3" destOrd="0" presId="urn:microsoft.com/office/officeart/2005/8/layout/radial6"/>
    <dgm:cxn modelId="{1758AA04-2DEE-4ED2-AA54-D662863B0DBD}" type="presParOf" srcId="{A81C0777-2878-4BF5-9C90-E37B4DCADFD2}" destId="{3BE50A9F-5473-4166-8F39-F49A5EB194F3}" srcOrd="4" destOrd="0" presId="urn:microsoft.com/office/officeart/2005/8/layout/radial6"/>
    <dgm:cxn modelId="{62BA6FA8-3713-4AE9-8132-DCC923F6F4D1}" type="presParOf" srcId="{A81C0777-2878-4BF5-9C90-E37B4DCADFD2}" destId="{FB26822E-10A4-433B-831D-CCE9C2F10374}" srcOrd="5" destOrd="0" presId="urn:microsoft.com/office/officeart/2005/8/layout/radial6"/>
    <dgm:cxn modelId="{FEF92412-2B2B-442F-A795-C6C4CB02AA75}" type="presParOf" srcId="{A81C0777-2878-4BF5-9C90-E37B4DCADFD2}" destId="{74F1443E-0E8A-4D5D-B986-748383A775A1}" srcOrd="6" destOrd="0" presId="urn:microsoft.com/office/officeart/2005/8/layout/radial6"/>
    <dgm:cxn modelId="{50E1D194-2932-42B4-A48D-F04CB44CA126}" type="presParOf" srcId="{A81C0777-2878-4BF5-9C90-E37B4DCADFD2}" destId="{1C9101A1-6141-41CD-BC2A-0C32B04A7220}" srcOrd="7" destOrd="0" presId="urn:microsoft.com/office/officeart/2005/8/layout/radial6"/>
    <dgm:cxn modelId="{6C36DE68-BECC-4E17-B102-C3199E1534BB}" type="presParOf" srcId="{A81C0777-2878-4BF5-9C90-E37B4DCADFD2}" destId="{C80F0E3F-F56E-4557-92E3-9DB3647A5F31}" srcOrd="8" destOrd="0" presId="urn:microsoft.com/office/officeart/2005/8/layout/radial6"/>
    <dgm:cxn modelId="{8F748075-8668-4BC9-AFB8-9775F1669DA6}" type="presParOf" srcId="{A81C0777-2878-4BF5-9C90-E37B4DCADFD2}" destId="{FFDB0D85-78E3-4AA5-9ED8-DB910C23E491}" srcOrd="9" destOrd="0" presId="urn:microsoft.com/office/officeart/2005/8/layout/radial6"/>
    <dgm:cxn modelId="{D513A58D-31FC-4332-AEB8-D54C82855825}" type="presParOf" srcId="{A81C0777-2878-4BF5-9C90-E37B4DCADFD2}" destId="{54216365-5E05-46D5-87DB-4C10FDD3D7F4}" srcOrd="10" destOrd="0" presId="urn:microsoft.com/office/officeart/2005/8/layout/radial6"/>
    <dgm:cxn modelId="{4864E4EE-AF27-4A31-83AC-04CA877303E3}" type="presParOf" srcId="{A81C0777-2878-4BF5-9C90-E37B4DCADFD2}" destId="{D1466B5B-829D-4E0B-8336-B680844EC327}" srcOrd="11" destOrd="0" presId="urn:microsoft.com/office/officeart/2005/8/layout/radial6"/>
    <dgm:cxn modelId="{56F35E7F-DDA4-44D8-BFBB-0946495E7171}" type="presParOf" srcId="{A81C0777-2878-4BF5-9C90-E37B4DCADFD2}" destId="{27C066B3-7E16-445E-8AA8-10BAED198C8A}" srcOrd="12" destOrd="0" presId="urn:microsoft.com/office/officeart/2005/8/layout/radial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7C066B3-7E16-445E-8AA8-10BAED198C8A}">
      <dsp:nvSpPr>
        <dsp:cNvPr id="0" name=""/>
        <dsp:cNvSpPr/>
      </dsp:nvSpPr>
      <dsp:spPr>
        <a:xfrm>
          <a:off x="1061019" y="510439"/>
          <a:ext cx="3406776" cy="3406776"/>
        </a:xfrm>
        <a:prstGeom prst="blockArc">
          <a:avLst>
            <a:gd name="adj1" fmla="val 10800000"/>
            <a:gd name="adj2" fmla="val 16200000"/>
            <a:gd name="adj3" fmla="val 4641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FDB0D85-78E3-4AA5-9ED8-DB910C23E491}">
      <dsp:nvSpPr>
        <dsp:cNvPr id="0" name=""/>
        <dsp:cNvSpPr/>
      </dsp:nvSpPr>
      <dsp:spPr>
        <a:xfrm>
          <a:off x="1061019" y="510439"/>
          <a:ext cx="3406776" cy="3406776"/>
        </a:xfrm>
        <a:prstGeom prst="blockArc">
          <a:avLst>
            <a:gd name="adj1" fmla="val 5400000"/>
            <a:gd name="adj2" fmla="val 10800000"/>
            <a:gd name="adj3" fmla="val 4641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4F1443E-0E8A-4D5D-B986-748383A775A1}">
      <dsp:nvSpPr>
        <dsp:cNvPr id="0" name=""/>
        <dsp:cNvSpPr/>
      </dsp:nvSpPr>
      <dsp:spPr>
        <a:xfrm>
          <a:off x="1061019" y="510439"/>
          <a:ext cx="3406776" cy="3406776"/>
        </a:xfrm>
        <a:prstGeom prst="blockArc">
          <a:avLst>
            <a:gd name="adj1" fmla="val 0"/>
            <a:gd name="adj2" fmla="val 5400000"/>
            <a:gd name="adj3" fmla="val 4641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CDAD8DE-FF2C-4604-986A-29BBC765A42E}">
      <dsp:nvSpPr>
        <dsp:cNvPr id="0" name=""/>
        <dsp:cNvSpPr/>
      </dsp:nvSpPr>
      <dsp:spPr>
        <a:xfrm>
          <a:off x="1061019" y="510439"/>
          <a:ext cx="3406776" cy="3406776"/>
        </a:xfrm>
        <a:prstGeom prst="blockArc">
          <a:avLst>
            <a:gd name="adj1" fmla="val 16200000"/>
            <a:gd name="adj2" fmla="val 0"/>
            <a:gd name="adj3" fmla="val 4641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FF4C67A-7E2A-43C4-ADEC-D2770D6DE08D}">
      <dsp:nvSpPr>
        <dsp:cNvPr id="0" name=""/>
        <dsp:cNvSpPr/>
      </dsp:nvSpPr>
      <dsp:spPr>
        <a:xfrm>
          <a:off x="1781450" y="1429589"/>
          <a:ext cx="1965913" cy="1568477"/>
        </a:xfrm>
        <a:prstGeom prst="ellipse">
          <a:avLst/>
        </a:prstGeom>
        <a:noFill/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>
              <a:solidFill>
                <a:schemeClr val="accent1"/>
              </a:solidFill>
              <a:latin typeface="+mn-ea"/>
              <a:ea typeface="+mn-ea"/>
            </a:rPr>
            <a:t>C</a:t>
          </a:r>
          <a:r>
            <a:rPr lang="zh-CN" altLang="en-US" sz="1800" kern="1200" dirty="0">
              <a:solidFill>
                <a:schemeClr val="accent1"/>
              </a:solidFill>
              <a:latin typeface="+mn-ea"/>
              <a:ea typeface="+mn-ea"/>
            </a:rPr>
            <a:t>端业务飞轮</a:t>
          </a:r>
        </a:p>
      </dsp:txBody>
      <dsp:txXfrm>
        <a:off x="2069351" y="1659287"/>
        <a:ext cx="1390111" cy="1109081"/>
      </dsp:txXfrm>
    </dsp:sp>
    <dsp:sp modelId="{B5B5F1FE-92E2-42CA-A143-86A43FB7B998}">
      <dsp:nvSpPr>
        <dsp:cNvPr id="0" name=""/>
        <dsp:cNvSpPr/>
      </dsp:nvSpPr>
      <dsp:spPr>
        <a:xfrm>
          <a:off x="2215440" y="998"/>
          <a:ext cx="1097934" cy="1097934"/>
        </a:xfrm>
        <a:prstGeom prst="ellipse">
          <a:avLst/>
        </a:prstGeom>
        <a:solidFill>
          <a:schemeClr val="accent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400" b="1" kern="1200" dirty="0">
              <a:latin typeface="+mn-ea"/>
              <a:ea typeface="+mn-ea"/>
            </a:rPr>
            <a:t>闭环体验</a:t>
          </a:r>
          <a:br>
            <a:rPr lang="en-US" altLang="zh-CN" sz="1500" kern="1200" dirty="0">
              <a:latin typeface="+mn-ea"/>
              <a:ea typeface="+mn-ea"/>
            </a:rPr>
          </a:br>
          <a:r>
            <a:rPr lang="en-US" altLang="zh-CN" sz="1100" kern="1200" dirty="0">
              <a:latin typeface="+mn-ea"/>
              <a:ea typeface="+mn-ea"/>
            </a:rPr>
            <a:t>599</a:t>
          </a:r>
          <a:r>
            <a:rPr lang="zh-CN" altLang="en-US" sz="1100" kern="1200" dirty="0">
              <a:latin typeface="+mn-ea"/>
              <a:ea typeface="+mn-ea"/>
            </a:rPr>
            <a:t>花得值</a:t>
          </a:r>
          <a:endParaRPr lang="zh-CN" altLang="en-US" sz="1500" kern="1200" dirty="0">
            <a:latin typeface="+mn-ea"/>
            <a:ea typeface="+mn-ea"/>
          </a:endParaRPr>
        </a:p>
      </dsp:txBody>
      <dsp:txXfrm>
        <a:off x="2376229" y="161787"/>
        <a:ext cx="776356" cy="776356"/>
      </dsp:txXfrm>
    </dsp:sp>
    <dsp:sp modelId="{3BE50A9F-5473-4166-8F39-F49A5EB194F3}">
      <dsp:nvSpPr>
        <dsp:cNvPr id="0" name=""/>
        <dsp:cNvSpPr/>
      </dsp:nvSpPr>
      <dsp:spPr>
        <a:xfrm>
          <a:off x="3879303" y="1664860"/>
          <a:ext cx="1097934" cy="1097934"/>
        </a:xfrm>
        <a:prstGeom prst="ellipse">
          <a:avLst/>
        </a:prstGeom>
        <a:solidFill>
          <a:schemeClr val="accent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400" b="1" kern="1200" dirty="0"/>
            <a:t>声量投放</a:t>
          </a:r>
          <a:br>
            <a:rPr lang="en-US" altLang="zh-CN" sz="1500" kern="1200" dirty="0"/>
          </a:br>
          <a:r>
            <a:rPr lang="zh-CN" altLang="en-US" sz="1100" kern="1200" dirty="0">
              <a:latin typeface="+mn-ea"/>
              <a:ea typeface="+mn-ea"/>
            </a:rPr>
            <a:t>付费</a:t>
          </a:r>
          <a:r>
            <a:rPr lang="en-US" altLang="zh-CN" sz="1100" kern="1200" dirty="0">
              <a:latin typeface="+mn-ea"/>
              <a:ea typeface="+mn-ea"/>
            </a:rPr>
            <a:t>+</a:t>
          </a:r>
          <a:r>
            <a:rPr lang="zh-CN" altLang="en-US" sz="1100" kern="1200" dirty="0">
              <a:latin typeface="+mn-ea"/>
              <a:ea typeface="+mn-ea"/>
            </a:rPr>
            <a:t>自然</a:t>
          </a:r>
          <a:endParaRPr lang="zh-CN" altLang="en-US" sz="1500" kern="1200" dirty="0">
            <a:latin typeface="+mn-ea"/>
            <a:ea typeface="+mn-ea"/>
          </a:endParaRPr>
        </a:p>
      </dsp:txBody>
      <dsp:txXfrm>
        <a:off x="4040092" y="1825649"/>
        <a:ext cx="776356" cy="776356"/>
      </dsp:txXfrm>
    </dsp:sp>
    <dsp:sp modelId="{1C9101A1-6141-41CD-BC2A-0C32B04A7220}">
      <dsp:nvSpPr>
        <dsp:cNvPr id="0" name=""/>
        <dsp:cNvSpPr/>
      </dsp:nvSpPr>
      <dsp:spPr>
        <a:xfrm>
          <a:off x="2215440" y="3328723"/>
          <a:ext cx="1097934" cy="109793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400" b="1" kern="1200" dirty="0">
              <a:latin typeface="+mn-ea"/>
              <a:ea typeface="+mn-ea"/>
            </a:rPr>
            <a:t>销量增长</a:t>
          </a:r>
          <a:br>
            <a:rPr lang="en-US" altLang="zh-CN" sz="1700" kern="1200" dirty="0">
              <a:latin typeface="+mn-ea"/>
              <a:ea typeface="+mn-ea"/>
            </a:rPr>
          </a:br>
          <a:r>
            <a:rPr lang="zh-CN" altLang="en-US" sz="1100" kern="1200" dirty="0">
              <a:latin typeface="+mn-ea"/>
              <a:ea typeface="+mn-ea"/>
            </a:rPr>
            <a:t>分布右移</a:t>
          </a:r>
          <a:endParaRPr lang="zh-CN" altLang="en-US" sz="1700" kern="1200" dirty="0">
            <a:latin typeface="+mn-ea"/>
            <a:ea typeface="+mn-ea"/>
          </a:endParaRPr>
        </a:p>
      </dsp:txBody>
      <dsp:txXfrm>
        <a:off x="2376229" y="3489512"/>
        <a:ext cx="776356" cy="776356"/>
      </dsp:txXfrm>
    </dsp:sp>
    <dsp:sp modelId="{54216365-5E05-46D5-87DB-4C10FDD3D7F4}">
      <dsp:nvSpPr>
        <dsp:cNvPr id="0" name=""/>
        <dsp:cNvSpPr/>
      </dsp:nvSpPr>
      <dsp:spPr>
        <a:xfrm>
          <a:off x="551577" y="1664860"/>
          <a:ext cx="1097934" cy="109793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400" b="1" kern="1200" dirty="0">
              <a:latin typeface="+mn-ea"/>
              <a:ea typeface="+mn-ea"/>
            </a:rPr>
            <a:t>资源再投</a:t>
          </a:r>
          <a:br>
            <a:rPr lang="en-US" altLang="zh-CN" sz="1400" b="1" kern="1200" dirty="0">
              <a:latin typeface="+mn-ea"/>
              <a:ea typeface="+mn-ea"/>
            </a:rPr>
          </a:br>
          <a:r>
            <a:rPr lang="zh-CN" altLang="en-US" sz="1100" kern="1200" dirty="0">
              <a:latin typeface="+mn-ea"/>
              <a:ea typeface="+mn-ea"/>
            </a:rPr>
            <a:t>体验</a:t>
          </a:r>
          <a:r>
            <a:rPr lang="en-US" altLang="zh-CN" sz="1100" kern="1200" dirty="0">
              <a:latin typeface="+mn-ea"/>
              <a:ea typeface="+mn-ea"/>
            </a:rPr>
            <a:t>+</a:t>
          </a:r>
          <a:r>
            <a:rPr lang="zh-CN" altLang="en-US" sz="1100" kern="1200" dirty="0">
              <a:latin typeface="+mn-ea"/>
              <a:ea typeface="+mn-ea"/>
            </a:rPr>
            <a:t>营销</a:t>
          </a:r>
          <a:endParaRPr lang="zh-CN" altLang="en-US" sz="1500" kern="1200" dirty="0">
            <a:latin typeface="+mn-ea"/>
            <a:ea typeface="+mn-ea"/>
          </a:endParaRPr>
        </a:p>
      </dsp:txBody>
      <dsp:txXfrm>
        <a:off x="712366" y="1825649"/>
        <a:ext cx="776356" cy="77635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radial6">
  <dgm:title val=""/>
  <dgm:desc val=""/>
  <dgm:catLst>
    <dgm:cat type="cycle" pri="9000"/>
    <dgm:cat type="relationship" pri="2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Name0">
    <dgm:varLst>
      <dgm:chMax val="1"/>
      <dgm:dir/>
      <dgm:animLvl val="ctr"/>
      <dgm:resizeHandles val="exact"/>
    </dgm:varLst>
    <dgm:choose name="Name1">
      <dgm:if name="Name2" func="var" arg="dir" op="equ" val="norm">
        <dgm:choose name="Name3">
          <dgm:if name="Name4" axis="ch ch" ptType="node node" st="1 1" cnt="1 0" func="cnt" op="lte" val="1">
            <dgm:alg type="cycle">
              <dgm:param type="stAng" val="90"/>
              <dgm:param type="spanAng" val="360"/>
              <dgm:param type="ctrShpMap" val="fNode"/>
            </dgm:alg>
          </dgm:if>
          <dgm:else name="Name5">
            <dgm:alg type="cycle">
              <dgm:param type="stAng" val="0"/>
              <dgm:param type="spanAng" val="360"/>
              <dgm:param type="ctrShpMap" val="fNode"/>
            </dgm:alg>
          </dgm:else>
        </dgm:choose>
      </dgm:if>
      <dgm:else name="Name6">
        <dgm:choose name="Name7">
          <dgm:if name="Name8" axis="ch ch" ptType="node node" st="1 1" cnt="1 0" func="cnt" op="lte" val="1">
            <dgm:alg type="cycle">
              <dgm:param type="stAng" val="-90"/>
              <dgm:param type="spanAng" val="360"/>
              <dgm:param type="ctrShpMap" val="fNode"/>
            </dgm:alg>
          </dgm:if>
          <dgm:else name="Name9">
            <dgm:alg type="cycle">
              <dgm:param type="stAng" val="0"/>
              <dgm:param type="spanAng" val="-360"/>
              <dgm:param type="ctrShpMap" val="fNode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10">
      <dgm:if name="Name11" func="var" arg="dir" op="equ" val="norm">
        <dgm:choose name="Name12">
          <dgm:if name="Name13" axis="ch ch" ptType="node node" st="1 1" cnt="1 0" func="cnt" op="equ" val="1">
            <dgm:constrLst>
              <dgm:constr type="diam" val="170"/>
              <dgm:constr type="w" for="ch" forName="centerShape" refType="w"/>
              <dgm:constr type="w" for="ch" forName="oneComp" refType="w" refFor="ch" refForName="centerShape" op="equ" fact="0.7"/>
              <dgm:constr type="sp" refType="w" refFor="ch" refForName="oneComp" fact="0.3"/>
              <dgm:constr type="sibSp" refType="w" refFor="ch" refForName="oneComp" fact="0.3"/>
              <dgm:constr type="primFontSz" for="ch" forName="centerShape" val="65"/>
              <dgm:constr type="primFontSz" for="des" forName="oneNode" refType="primFontSz" refFor="ch" refForName="centerShape" fact="0.95"/>
              <dgm:constr type="primFontSz" for="des" forName="oneNode" refType="primFontSz" refFor="ch" refForName="centerShape" op="lte" fact="0.95"/>
              <dgm:constr type="diam" for="ch" forName="singleconn" refType="diam" op="equ" fact="-1"/>
              <dgm:constr type="h" for="ch" forName="singleconn" refType="w" refFor="ch" refForName="oneComp" fact="0.24"/>
              <dgm:constr type="w" for="ch" forName="dummya" refType="w" refFor="ch" refForName="oneComp" op="equ"/>
              <dgm:constr type="w" for="ch" forName="dummyb" refType="w" refFor="ch" refForName="oneComp" op="equ"/>
              <dgm:constr type="w" for="ch" forName="dummyc" refType="w" refFor="ch" refForName="oneComp" op="equ"/>
            </dgm:constrLst>
          </dgm:if>
          <dgm:else name="Name14">
            <dgm:constrLst>
              <dgm:constr type="diam" val="170"/>
              <dgm:constr type="w" for="ch" forName="centerShape" refType="w"/>
              <dgm:constr type="w" for="ch" forName="node" refType="w" refFor="ch" refForName="centerShape" op="equ" fact="0.7"/>
              <dgm:constr type="sp" refType="w" refFor="ch" refForName="node" fact="0.3"/>
              <dgm:constr type="sibSp" refType="w" refFor="ch" refForName="node" fact="0.3"/>
              <dgm:constr type="primFontSz" for="ch" forName="centerShape" val="65"/>
              <dgm:constr type="primFontSz" for="des" forName="node" refType="primFontSz" refFor="ch" refForName="centerShape" fact="0.78"/>
              <dgm:constr type="primFontSz" for="ch" forName="node" refType="primFontSz" refFor="ch" refForName="centerShape" op="lte" fact="0.95"/>
              <dgm:constr type="diam" for="ch" forName="sibTrans" refType="diam" op="equ"/>
              <dgm:constr type="h" for="ch" forName="sibTrans" refType="w" refFor="ch" refForName="node" fact="0.24"/>
              <dgm:constr type="w" for="ch" forName="dummy" val="1"/>
            </dgm:constrLst>
          </dgm:else>
        </dgm:choose>
      </dgm:if>
      <dgm:else name="Name15">
        <dgm:choose name="Name16">
          <dgm:if name="Name17" axis="ch ch" ptType="node node" st="1 1" cnt="1 0" func="cnt" op="equ" val="1">
            <dgm:constrLst>
              <dgm:constr type="diam" val="170"/>
              <dgm:constr type="w" for="ch" forName="centerShape" refType="w"/>
              <dgm:constr type="w" for="ch" forName="oneComp" refType="w" refFor="ch" refForName="centerShape" op="equ" fact="0.7"/>
              <dgm:constr type="sp" refType="w" refFor="ch" refForName="oneComp" fact="0.3"/>
              <dgm:constr type="sibSp" refType="w" refFor="ch" refForName="oneComp" fact="0.3"/>
              <dgm:constr type="primFontSz" for="ch" forName="centerShape" val="65"/>
              <dgm:constr type="primFontSz" for="des" forName="oneNode" refType="primFontSz" refFor="ch" refForName="centerShape" fact="0.95"/>
              <dgm:constr type="primFontSz" for="ch" forName="oneNode" refType="primFontSz" refFor="ch" refForName="centerShape" op="lte" fact="0.95"/>
              <dgm:constr type="diam" for="ch" forName="singleconn" refType="diam"/>
              <dgm:constr type="h" for="ch" forName="singleconn" refType="w" refFor="ch" refForName="oneComp" fact="0.24"/>
              <dgm:constr type="diam" for="ch" refType="diam" op="equ"/>
              <dgm:constr type="w" for="ch" forName="dummya" refType="w" refFor="ch" refForName="oneComp" op="equ"/>
              <dgm:constr type="w" for="ch" forName="dummyb" refType="w" refFor="ch" refForName="oneComp" op="equ"/>
              <dgm:constr type="w" for="ch" forName="dummyc" refType="w" refFor="ch" refForName="oneComp" op="equ"/>
            </dgm:constrLst>
          </dgm:if>
          <dgm:else name="Name18">
            <dgm:constrLst>
              <dgm:constr type="diam" val="170"/>
              <dgm:constr type="w" for="ch" forName="centerShape" refType="w"/>
              <dgm:constr type="w" for="ch" forName="node" refType="w" refFor="ch" refForName="centerShape" op="equ" fact="0.7"/>
              <dgm:constr type="sp" refType="w" refFor="ch" refForName="node" fact="0.3"/>
              <dgm:constr type="sibSp" refType="w" refFor="ch" refForName="node" fact="0.3"/>
              <dgm:constr type="primFontSz" for="ch" forName="centerShape" val="65"/>
              <dgm:constr type="primFontSz" for="des" forName="node" refType="primFontSz" refFor="ch" refForName="centerShape" fact="0.78"/>
              <dgm:constr type="primFontSz" for="ch" forName="node" refType="primFontSz" refFor="ch" refForName="centerShape" op="lte" fact="0.95"/>
              <dgm:constr type="diam" for="ch" ptType="sibTrans" refType="diam" fact="-1"/>
              <dgm:constr type="h" for="ch" forName="sibTrans" refType="w" refFor="ch" refForName="node" fact="0.24"/>
              <dgm:constr type="diam" for="ch" refType="diam" op="equ" fact="-1"/>
              <dgm:constr type="w" for="ch" forName="dummy" val="1"/>
            </dgm:constrLst>
          </dgm:else>
        </dgm:choose>
      </dgm:else>
    </dgm:choose>
    <dgm:ruleLst>
      <dgm:rule type="diam" val="INF" fact="NaN" max="NaN"/>
    </dgm:ruleLst>
    <dgm:forEach name="Name19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h" refType="w"/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forEach name="Name20" axis="ch">
        <dgm:forEach name="Name21" axis="self" ptType="node">
          <dgm:choose name="Name22">
            <dgm:if name="Name23" axis="par ch" ptType="node node" func="cnt" op="gt" val="1">
              <dgm:layoutNode name="node" styleLbl="node1">
                <dgm:varLst>
                  <dgm:bulletEnabled val="1"/>
                </dgm:varLst>
                <dgm:alg type="tx">
                  <dgm:param type="txAnchorVertCh" val="mid"/>
                </dgm:alg>
                <dgm:shape xmlns:r="http://schemas.openxmlformats.org/officeDocument/2006/relationships" type="ellipse" r:blip="">
                  <dgm:adjLst/>
                </dgm:shape>
                <dgm:presOf axis="desOrSelf" ptType="node"/>
                <dgm:constrLst>
                  <dgm:constr type="h" refType="w"/>
                  <dgm:constr type="tMarg" refType="primFontSz" fact="0.1"/>
                  <dgm:constr type="bMarg" refType="primFontSz" fact="0.1"/>
                  <dgm:constr type="lMarg" refType="primFontSz" fact="0.1"/>
                  <dgm:constr type="rMarg" refType="primFontSz" fact="0.1"/>
                </dgm:constrLst>
                <dgm:ruleLst>
                  <dgm:rule type="primFontSz" val="5" fact="NaN" max="NaN"/>
                </dgm:ruleLst>
              </dgm:layoutNode>
              <dgm:layoutNode name="dummy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forEach name="sibTransForEach" axis="followSib" ptType="sibTrans" hideLastTrans="0" cnt="1">
                <dgm:layoutNode name="sibTrans" styleLbl="sibTrans2D1">
                  <dgm:alg type="conn">
                    <dgm:param type="connRout" val="curve"/>
                    <dgm:param type="begPts" val="ctr"/>
                    <dgm:param type="endPts" val="ctr"/>
                    <dgm:param type="begSty" val="noArr"/>
                    <dgm:param type="endSty" val="noArr"/>
                    <dgm:param type="dstNode" val="node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</dgm:if>
            <dgm:if name="Name24" axis="par ch" ptType="node node" func="cnt" op="equ" val="1">
              <dgm:layoutNode name="oneComp">
                <dgm:alg type="composite">
                  <dgm:param type="ar" val="1"/>
                </dgm:alg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  <dgm:constr type="l" for="ch" forName="dummyConnPt" refType="w" fact="0.5"/>
                  <dgm:constr type="t" for="ch" forName="dummyConnPt" refType="w" fact="0.5"/>
                  <dgm:constr type="l" for="ch" forName="oneNode"/>
                  <dgm:constr type="t" for="ch" forName="oneNode"/>
                  <dgm:constr type="h" for="ch" forName="oneNode" refType="h"/>
                  <dgm:constr type="w" for="ch" forName="oneNode" refType="w"/>
                </dgm:constrLst>
                <dgm:ruleLst/>
                <dgm:layoutNode name="dummyConnPt" styleLbl="node1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val="1"/>
                    <dgm:constr type="h" val="1"/>
                  </dgm:constrLst>
                  <dgm:ruleLst/>
                </dgm:layoutNode>
                <dgm:layoutNode name="oneNode" styleLbl="node1">
                  <dgm:varLst>
                    <dgm:bulletEnabled val="1"/>
                  </dgm:varLst>
                  <dgm:alg type="tx">
                    <dgm:param type="txAnchorVertCh" val="mid"/>
                  </dgm:alg>
                  <dgm:shape xmlns:r="http://schemas.openxmlformats.org/officeDocument/2006/relationships" type="ellipse" r:blip="">
                    <dgm:adjLst/>
                  </dgm:shape>
                  <dgm:presOf axis="desOrSelf" ptType="node"/>
                  <dgm:constrLst>
                    <dgm:constr type="h" refType="w"/>
                    <dgm:constr type="tMarg" refType="primFontSz" fact="0.1"/>
                    <dgm:constr type="bMarg" refType="primFontSz" fact="0.1"/>
                    <dgm:constr type="lMarg" refType="primFontSz" fact="0.1"/>
                    <dgm:constr type="rMarg" refType="primFontSz" fact="0.1"/>
                  </dgm:constrLst>
                  <dgm:ruleLst>
                    <dgm:rule type="primFontSz" val="5" fact="NaN" max="NaN"/>
                  </dgm:ruleLst>
                </dgm:layoutNode>
              </dgm:layoutNode>
              <dgm:layoutNode name="dummya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layoutNode name="dummyb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layoutNode name="dummyc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forEach name="sibTransForEach1" axis="followSib" ptType="sibTrans" hideLastTrans="0" cnt="1">
                <dgm:layoutNode name="singleconn" styleLbl="sibTrans2D1">
                  <dgm:alg type="conn">
                    <dgm:param type="connRout" val="longCurve"/>
                    <dgm:param type="begPts" val="bCtr"/>
                    <dgm:param type="endPts" val="tCtr"/>
                    <dgm:param type="begSty" val="noArr"/>
                    <dgm:param type="endSty" val="noArr"/>
                    <dgm:param type="srcNode" val="dummyConnPt"/>
                    <dgm:param type="dstNode" val="dummyConnPt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</dgm:if>
            <dgm:else name="Name25"/>
          </dgm:choose>
        </dgm:forEach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0D2018-1B90-4F6A-A637-180639EB00A6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F2B6A3-E7C4-4B6F-8565-FAEBBEFADE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61391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165BD-BC87-2294-38E5-8724227EE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9157080-B713-36BC-7CB8-11FF5E94C7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2619A4F-2CC7-A558-6DD5-285F41A1F3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BD75C5D-E545-D4C2-E8D6-91F224EDAA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6A15639-FB6E-4E15-ABB1-5EBF8C2D726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  <a:t>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571798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6A15639-FB6E-4E15-ABB1-5EBF8C2D726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  <a:t>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6A15639-FB6E-4E15-ABB1-5EBF8C2D726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  <a:t>11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6A15639-FB6E-4E15-ABB1-5EBF8C2D726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  <a:t>14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6A15639-FB6E-4E15-ABB1-5EBF8C2D726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  <a:t>15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D3F9A-A452-23B0-0344-C076C1BA4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A645AAD-DA89-11F8-C925-D0D7F80568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46DF00E-4CF2-F8A1-63BA-4E767C17F1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8CBB779-ED1F-F875-8DEC-90E186850F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6A15639-FB6E-4E15-ABB1-5EBF8C2D726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  <a:t>16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915839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57A2D-8123-5389-CB2F-8EDA15320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E648D46-15DD-370F-15EE-EFFD4D938A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3C861DF-8E70-709E-D112-CFA970DCD6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838C983-8BEB-9406-9706-4167CB02B8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6A15639-FB6E-4E15-ABB1-5EBF8C2D726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  <a:t>17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276140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57DEB-E9C2-8CB6-228C-EF9DFED8A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814BCF0-3EEA-830E-AB14-B907457DC5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9FC6EEC-8120-A892-4FA5-B8DE24E9E9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A47FB0F-DB45-BBAC-A4FD-3FAFB61F53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6A15639-FB6E-4E15-ABB1-5EBF8C2D726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  <a:t>18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77824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4E8C7-5E9E-2EAD-39DE-2B29EFDE5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9947E95-47E4-9286-8BDB-E77B025946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62085E0-BE4C-ED49-674D-BF49DABFF1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0B53B7A-545D-930E-8523-CFBE0818E4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6A15639-FB6E-4E15-ABB1-5EBF8C2D726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  <a:t>19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182240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61F11-CA3C-7B7B-CFEA-C4C80C8FC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CEBEEB2-2EE4-2C43-D385-930B08A33C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21341B3-C50E-3575-ACFE-B17BF2A6CA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F31D1AC-E3E0-0F5E-C415-D92A7BCE89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6A15639-FB6E-4E15-ABB1-5EBF8C2D726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  <a:t>20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345180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over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732638" y="6308421"/>
            <a:ext cx="2726724" cy="3017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747497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over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l">
              <a:defRPr sz="4800"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  <a:endParaRPr lang="zh-CN" alt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732639" y="6308421"/>
            <a:ext cx="2726723" cy="301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3008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marL="457200" indent="-457200">
              <a:buFont typeface="Microsoft YaHei UI" panose="020B0503020204020204" pitchFamily="34" charset="-122"/>
              <a:buChar char="−"/>
              <a:defRPr/>
            </a:lvl1pPr>
            <a:lvl2pPr marL="800100" indent="-342900">
              <a:buFont typeface="Microsoft YaHei UI" panose="020B0503020204020204" pitchFamily="34" charset="-122"/>
              <a:buChar char="−"/>
              <a:defRPr/>
            </a:lvl2pPr>
            <a:lvl3pPr marL="1257300" indent="-342900">
              <a:buFont typeface="Microsoft YaHei UI" panose="020B0503020204020204" pitchFamily="34" charset="-122"/>
              <a:buChar char="−"/>
              <a:defRPr/>
            </a:lvl3pPr>
            <a:lvl4pPr marL="1657350" indent="-285750">
              <a:buFont typeface="Microsoft YaHei UI" panose="020B0503020204020204" pitchFamily="34" charset="-122"/>
              <a:buChar char="−"/>
              <a:defRPr/>
            </a:lvl4pPr>
            <a:lvl5pPr marL="2114550" indent="-285750">
              <a:buFont typeface="Microsoft YaHei UI" panose="020B0503020204020204" pitchFamily="34" charset="-122"/>
              <a:buChar char="−"/>
              <a:defRPr/>
            </a:lvl5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05404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838200" y="1228725"/>
            <a:ext cx="5181600" cy="4948238"/>
          </a:xfrm>
        </p:spPr>
        <p:txBody>
          <a:bodyPr/>
          <a:lstStyle/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172200" y="1228725"/>
            <a:ext cx="5181600" cy="4948238"/>
          </a:xfrm>
        </p:spPr>
        <p:txBody>
          <a:bodyPr/>
          <a:lstStyle/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374122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sub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01152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7200" indent="-457200">
              <a:buFont typeface="Microsoft YaHei UI" panose="020B0503020204020204" pitchFamily="34" charset="-122"/>
              <a:buChar char="−"/>
              <a:defRPr/>
            </a:lvl1pPr>
            <a:lvl2pPr marL="800100" indent="-342900">
              <a:buFont typeface="Microsoft YaHei UI" panose="020B0503020204020204" pitchFamily="34" charset="-122"/>
              <a:buChar char="−"/>
              <a:defRPr/>
            </a:lvl2pPr>
            <a:lvl3pPr marL="1257300" indent="-342900">
              <a:buFont typeface="Microsoft YaHei UI" panose="020B0503020204020204" pitchFamily="34" charset="-122"/>
              <a:buChar char="−"/>
              <a:defRPr/>
            </a:lvl3pPr>
            <a:lvl4pPr marL="1657350" indent="-285750">
              <a:buFont typeface="Microsoft YaHei UI" panose="020B0503020204020204" pitchFamily="34" charset="-122"/>
              <a:buChar char="−"/>
              <a:defRPr/>
            </a:lvl4pPr>
            <a:lvl5pPr marL="2114550" indent="-285750">
              <a:buFont typeface="Microsoft YaHei UI" panose="020B0503020204020204" pitchFamily="34" charset="-122"/>
              <a:buChar char="−"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838200" y="1228725"/>
            <a:ext cx="10515600" cy="464151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6896434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86498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7200" indent="-457200">
              <a:buFont typeface="Microsoft YaHei UI" panose="020B0503020204020204" pitchFamily="34" charset="-122"/>
              <a:buChar char="−"/>
              <a:defRPr/>
            </a:lvl1pPr>
            <a:lvl2pPr marL="800100" indent="-342900">
              <a:buFont typeface="Microsoft YaHei UI" panose="020B0503020204020204" pitchFamily="34" charset="-122"/>
              <a:buChar char="−"/>
              <a:defRPr/>
            </a:lvl2pPr>
            <a:lvl3pPr marL="1257300" indent="-342900">
              <a:buFont typeface="Microsoft YaHei UI" panose="020B0503020204020204" pitchFamily="34" charset="-122"/>
              <a:buChar char="−"/>
              <a:defRPr/>
            </a:lvl3pPr>
            <a:lvl4pPr marL="1657350" indent="-285750">
              <a:buFont typeface="Microsoft YaHei UI" panose="020B0503020204020204" pitchFamily="34" charset="-122"/>
              <a:buChar char="−"/>
              <a:defRPr/>
            </a:lvl4pPr>
            <a:lvl5pPr marL="2114550" indent="-285750">
              <a:buFont typeface="Microsoft YaHei UI" panose="020B0503020204020204" pitchFamily="34" charset="-122"/>
              <a:buChar char="−"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838200" y="1228725"/>
            <a:ext cx="10515600" cy="464151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27728836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7200" indent="-457200">
              <a:buFont typeface="Microsoft YaHei UI" panose="020B0503020204020204" pitchFamily="34" charset="-122"/>
              <a:buChar char="−"/>
              <a:defRPr/>
            </a:lvl1pPr>
            <a:lvl2pPr marL="800100" indent="-342900">
              <a:buFont typeface="Microsoft YaHei UI" panose="020B0503020204020204" pitchFamily="34" charset="-122"/>
              <a:buChar char="−"/>
              <a:defRPr/>
            </a:lvl2pPr>
            <a:lvl3pPr marL="1257300" indent="-342900">
              <a:buFont typeface="Microsoft YaHei UI" panose="020B0503020204020204" pitchFamily="34" charset="-122"/>
              <a:buChar char="−"/>
              <a:defRPr/>
            </a:lvl3pPr>
            <a:lvl4pPr marL="1657350" indent="-285750">
              <a:buFont typeface="Microsoft YaHei UI" panose="020B0503020204020204" pitchFamily="34" charset="-122"/>
              <a:buChar char="−"/>
              <a:defRPr/>
            </a:lvl4pPr>
            <a:lvl5pPr marL="2114550" indent="-285750">
              <a:buFont typeface="Microsoft YaHei UI" panose="020B0503020204020204" pitchFamily="34" charset="-122"/>
              <a:buChar char="−"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838200" y="1228725"/>
            <a:ext cx="10515600" cy="464151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15628821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7200" indent="-457200">
              <a:buFont typeface="Microsoft YaHei UI" panose="020B0503020204020204" pitchFamily="34" charset="-122"/>
              <a:buChar char="−"/>
              <a:defRPr/>
            </a:lvl1pPr>
            <a:lvl2pPr marL="800100" indent="-342900">
              <a:buFont typeface="Microsoft YaHei UI" panose="020B0503020204020204" pitchFamily="34" charset="-122"/>
              <a:buChar char="−"/>
              <a:defRPr/>
            </a:lvl2pPr>
            <a:lvl3pPr marL="1257300" indent="-342900">
              <a:buFont typeface="Microsoft YaHei UI" panose="020B0503020204020204" pitchFamily="34" charset="-122"/>
              <a:buChar char="−"/>
              <a:defRPr/>
            </a:lvl3pPr>
            <a:lvl4pPr marL="1657350" indent="-285750">
              <a:buFont typeface="Microsoft YaHei UI" panose="020B0503020204020204" pitchFamily="34" charset="-122"/>
              <a:buChar char="−"/>
              <a:defRPr/>
            </a:lvl4pPr>
            <a:lvl5pPr marL="2114550" indent="-285750">
              <a:buFont typeface="Microsoft YaHei UI" panose="020B0503020204020204" pitchFamily="34" charset="-122"/>
              <a:buChar char="−"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838200" y="1228725"/>
            <a:ext cx="10515600" cy="464151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33659955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7200" indent="-457200">
              <a:buFont typeface="Microsoft YaHei UI" panose="020B0503020204020204" pitchFamily="34" charset="-122"/>
              <a:buChar char="−"/>
              <a:defRPr/>
            </a:lvl1pPr>
            <a:lvl2pPr marL="800100" indent="-342900">
              <a:buFont typeface="Microsoft YaHei UI" panose="020B0503020204020204" pitchFamily="34" charset="-122"/>
              <a:buChar char="−"/>
              <a:defRPr/>
            </a:lvl2pPr>
            <a:lvl3pPr marL="1257300" indent="-342900">
              <a:buFont typeface="Microsoft YaHei UI" panose="020B0503020204020204" pitchFamily="34" charset="-122"/>
              <a:buChar char="−"/>
              <a:defRPr/>
            </a:lvl3pPr>
            <a:lvl4pPr marL="1657350" indent="-285750">
              <a:buFont typeface="Microsoft YaHei UI" panose="020B0503020204020204" pitchFamily="34" charset="-122"/>
              <a:buChar char="−"/>
              <a:defRPr/>
            </a:lvl4pPr>
            <a:lvl5pPr marL="2114550" indent="-285750">
              <a:buFont typeface="Microsoft YaHei UI" panose="020B0503020204020204" pitchFamily="34" charset="-122"/>
              <a:buChar char="−"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838200" y="1228725"/>
            <a:ext cx="10515600" cy="464151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0528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6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二级</a:t>
            </a:r>
          </a:p>
          <a:p>
            <a:pPr lvl="2"/>
            <a:r>
              <a:rPr lang="zh-CN" altLang="en-US" noProof="1"/>
              <a:t>三级</a:t>
            </a:r>
          </a:p>
          <a:p>
            <a:pPr lvl="3"/>
            <a:r>
              <a:rPr lang="zh-CN" altLang="en-US" noProof="1"/>
              <a:t>四级</a:t>
            </a:r>
          </a:p>
          <a:p>
            <a:pPr lvl="4"/>
            <a:r>
              <a:rPr lang="zh-CN" altLang="en-US" noProof="1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3C8F0D76-B11D-4625-AABB-57004887DA20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2723350-E38C-4807-A799-887AE14AC9E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2218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, sub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888327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Index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16" name="Rectangle 15"/>
          <p:cNvSpPr/>
          <p:nvPr userDrawn="1"/>
        </p:nvSpPr>
        <p:spPr>
          <a:xfrm>
            <a:off x="3710214" y="1803170"/>
            <a:ext cx="4876800" cy="6478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sp>
        <p:nvSpPr>
          <p:cNvPr id="17" name="Rectangle 16"/>
          <p:cNvSpPr/>
          <p:nvPr userDrawn="1"/>
        </p:nvSpPr>
        <p:spPr>
          <a:xfrm>
            <a:off x="3710214" y="2543158"/>
            <a:ext cx="4876800" cy="6478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sp>
        <p:nvSpPr>
          <p:cNvPr id="18" name="Rectangle 17"/>
          <p:cNvSpPr/>
          <p:nvPr userDrawn="1"/>
        </p:nvSpPr>
        <p:spPr>
          <a:xfrm>
            <a:off x="3710214" y="3283147"/>
            <a:ext cx="4876800" cy="6478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sp>
        <p:nvSpPr>
          <p:cNvPr id="19" name="Rectangle 18"/>
          <p:cNvSpPr/>
          <p:nvPr userDrawn="1"/>
        </p:nvSpPr>
        <p:spPr>
          <a:xfrm>
            <a:off x="3710214" y="4023135"/>
            <a:ext cx="4876800" cy="6478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sp>
        <p:nvSpPr>
          <p:cNvPr id="22" name="Rectangle 21"/>
          <p:cNvSpPr/>
          <p:nvPr userDrawn="1"/>
        </p:nvSpPr>
        <p:spPr>
          <a:xfrm>
            <a:off x="3710214" y="1063182"/>
            <a:ext cx="4876800" cy="6478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sp>
        <p:nvSpPr>
          <p:cNvPr id="30" name="TextBox 29"/>
          <p:cNvSpPr txBox="1"/>
          <p:nvPr userDrawn="1"/>
        </p:nvSpPr>
        <p:spPr>
          <a:xfrm>
            <a:off x="3286498" y="848438"/>
            <a:ext cx="83744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EA772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</a:t>
            </a:r>
          </a:p>
        </p:txBody>
      </p:sp>
      <p:sp>
        <p:nvSpPr>
          <p:cNvPr id="31" name="TextBox 30"/>
          <p:cNvSpPr txBox="1"/>
          <p:nvPr userDrawn="1"/>
        </p:nvSpPr>
        <p:spPr>
          <a:xfrm>
            <a:off x="3286498" y="1586193"/>
            <a:ext cx="83744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EA772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</a:t>
            </a:r>
          </a:p>
        </p:txBody>
      </p:sp>
      <p:sp>
        <p:nvSpPr>
          <p:cNvPr id="32" name="TextBox 31"/>
          <p:cNvSpPr txBox="1"/>
          <p:nvPr userDrawn="1"/>
        </p:nvSpPr>
        <p:spPr>
          <a:xfrm>
            <a:off x="3286498" y="2323947"/>
            <a:ext cx="83744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EA772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3</a:t>
            </a:r>
          </a:p>
        </p:txBody>
      </p:sp>
      <p:sp>
        <p:nvSpPr>
          <p:cNvPr id="33" name="TextBox 32"/>
          <p:cNvSpPr txBox="1"/>
          <p:nvPr userDrawn="1"/>
        </p:nvSpPr>
        <p:spPr>
          <a:xfrm>
            <a:off x="3286498" y="3061702"/>
            <a:ext cx="83744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EA772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4</a:t>
            </a:r>
          </a:p>
        </p:txBody>
      </p:sp>
      <p:sp>
        <p:nvSpPr>
          <p:cNvPr id="34" name="TextBox 33"/>
          <p:cNvSpPr txBox="1"/>
          <p:nvPr userDrawn="1"/>
        </p:nvSpPr>
        <p:spPr>
          <a:xfrm>
            <a:off x="3286498" y="3799456"/>
            <a:ext cx="83744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EA772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5</a:t>
            </a:r>
          </a:p>
        </p:txBody>
      </p:sp>
      <p:sp>
        <p:nvSpPr>
          <p:cNvPr id="44" name="Text Placeholder 37"/>
          <p:cNvSpPr>
            <a:spLocks noGrp="1"/>
          </p:cNvSpPr>
          <p:nvPr>
            <p:ph type="body" sz="quarter" idx="10" hasCustomPrompt="1"/>
          </p:nvPr>
        </p:nvSpPr>
        <p:spPr>
          <a:xfrm>
            <a:off x="4123940" y="1063182"/>
            <a:ext cx="4006805" cy="647818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45" name="Text Placeholder 37"/>
          <p:cNvSpPr>
            <a:spLocks noGrp="1"/>
          </p:cNvSpPr>
          <p:nvPr>
            <p:ph type="body" sz="quarter" idx="11" hasCustomPrompt="1"/>
          </p:nvPr>
        </p:nvSpPr>
        <p:spPr>
          <a:xfrm>
            <a:off x="4123939" y="1816282"/>
            <a:ext cx="4006805" cy="647818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6" name="Text Placeholder 37"/>
          <p:cNvSpPr>
            <a:spLocks noGrp="1"/>
          </p:cNvSpPr>
          <p:nvPr>
            <p:ph type="body" sz="quarter" idx="12" hasCustomPrompt="1"/>
          </p:nvPr>
        </p:nvSpPr>
        <p:spPr>
          <a:xfrm>
            <a:off x="4123939" y="2530048"/>
            <a:ext cx="4006805" cy="647818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7" name="Text Placeholder 37"/>
          <p:cNvSpPr>
            <a:spLocks noGrp="1"/>
          </p:cNvSpPr>
          <p:nvPr>
            <p:ph type="body" sz="quarter" idx="13" hasCustomPrompt="1"/>
          </p:nvPr>
        </p:nvSpPr>
        <p:spPr>
          <a:xfrm>
            <a:off x="4123938" y="3283148"/>
            <a:ext cx="4006805" cy="647818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8" name="Text Placeholder 37"/>
          <p:cNvSpPr>
            <a:spLocks noGrp="1"/>
          </p:cNvSpPr>
          <p:nvPr>
            <p:ph type="body" sz="quarter" idx="14" hasCustomPrompt="1"/>
          </p:nvPr>
        </p:nvSpPr>
        <p:spPr>
          <a:xfrm>
            <a:off x="4123939" y="4023135"/>
            <a:ext cx="4006805" cy="647818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24" name="Rectangle 21"/>
          <p:cNvSpPr/>
          <p:nvPr userDrawn="1"/>
        </p:nvSpPr>
        <p:spPr>
          <a:xfrm>
            <a:off x="3710214" y="4763122"/>
            <a:ext cx="4876800" cy="6478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sp>
        <p:nvSpPr>
          <p:cNvPr id="25" name="TextBox 29"/>
          <p:cNvSpPr txBox="1"/>
          <p:nvPr userDrawn="1"/>
        </p:nvSpPr>
        <p:spPr>
          <a:xfrm>
            <a:off x="3286498" y="4548378"/>
            <a:ext cx="83744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EA772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6</a:t>
            </a:r>
          </a:p>
        </p:txBody>
      </p:sp>
      <p:sp>
        <p:nvSpPr>
          <p:cNvPr id="27" name="Text Placeholder 37"/>
          <p:cNvSpPr>
            <a:spLocks noGrp="1"/>
          </p:cNvSpPr>
          <p:nvPr>
            <p:ph type="body" sz="quarter" idx="15" hasCustomPrompt="1"/>
          </p:nvPr>
        </p:nvSpPr>
        <p:spPr>
          <a:xfrm>
            <a:off x="4123940" y="4763122"/>
            <a:ext cx="4006805" cy="647818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12817287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794089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16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227600"/>
            <a:ext cx="10515600" cy="495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838200" y="6400412"/>
            <a:ext cx="3722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A301AA52-932F-4EA8-990C-84309216AAE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 Semilight" panose="020B0402040204020203"/>
                <a:ea typeface="微软雅黑 Light" panose="020B0502040204020203" charset="-122"/>
                <a:cs typeface="+mn-cs"/>
              </a:rPr>
              <a:t>‹#›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678827" y="6400414"/>
            <a:ext cx="4674973" cy="276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 Semilight" panose="020B0402040204020203"/>
                <a:ea typeface="微软雅黑 Light" panose="020B0502040204020203" charset="-122"/>
                <a:cs typeface="+mn-cs"/>
              </a:rPr>
              <a:t>Confidential. </a:t>
            </a:r>
            <a:r>
              <a:rPr kumimoji="0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 Semilight" panose="020B0402040204020203"/>
                <a:ea typeface="微软雅黑 Light" panose="020B0502040204020203" charset="-122"/>
                <a:cs typeface="+mn-cs"/>
              </a:rPr>
              <a:t>Hannto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 Semilight" panose="020B0402040204020203"/>
                <a:ea typeface="微软雅黑 Light" panose="020B0502040204020203" charset="-122"/>
                <a:cs typeface="+mn-cs"/>
              </a:rPr>
              <a:t> Technology Ltd. ©	</a:t>
            </a:r>
            <a:fld id="{175A459A-AA0E-4B86-B5AB-F55C0454CB9E}" type="datetime1">
              <a:rPr kumimoji="0" lang="en-US" altLang="zh-CN" sz="1200" b="0" i="0" u="none" strike="noStrike" kern="1200" cap="none" spc="0" normalizeH="0" baseline="0" noProof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 Semilight" panose="020B0402040204020203"/>
                <a:ea typeface="微软雅黑 Light" panose="020B0502040204020203" charset="-122"/>
                <a:cs typeface="+mn-cs"/>
              </a:rPr>
              <a:t>10/26/2026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16" cstate="print"/>
          <a:stretch>
            <a:fillRect/>
          </a:stretch>
        </p:blipFill>
        <p:spPr>
          <a:xfrm>
            <a:off x="4732639" y="6308421"/>
            <a:ext cx="2726723" cy="301757"/>
          </a:xfrm>
          <a:prstGeom prst="rect">
            <a:avLst/>
          </a:prstGeom>
          <a:solidFill>
            <a:schemeClr val="bg1">
              <a:alpha val="30000"/>
            </a:schemeClr>
          </a:solidFill>
        </p:spPr>
      </p:pic>
    </p:spTree>
    <p:extLst>
      <p:ext uri="{BB962C8B-B14F-4D97-AF65-F5344CB8AC3E}">
        <p14:creationId xmlns:p14="http://schemas.microsoft.com/office/powerpoint/2010/main" val="31203085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60" r:id="rId13"/>
    <p:sldLayoutId id="2147483661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SzPct val="85000"/>
        <a:buFont typeface="Microsoft YaHei UI" panose="020B0503020204020204" pitchFamily="34" charset="-122"/>
        <a:buChar char="−"/>
        <a:defRPr sz="2800" kern="1200">
          <a:solidFill>
            <a:schemeClr val="tx1"/>
          </a:solidFill>
          <a:latin typeface="+mn-ea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2400" kern="1200">
          <a:solidFill>
            <a:schemeClr val="tx1"/>
          </a:solidFill>
          <a:latin typeface="+mn-ea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2000" kern="1200">
          <a:solidFill>
            <a:schemeClr val="tx1"/>
          </a:solidFill>
          <a:latin typeface="+mn-ea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1800" kern="1200">
          <a:solidFill>
            <a:schemeClr val="tx1"/>
          </a:solidFill>
          <a:latin typeface="+mn-ea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1800" kern="1200">
          <a:solidFill>
            <a:schemeClr val="tx1"/>
          </a:solidFill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16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838200" y="6400412"/>
            <a:ext cx="3722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A301AA52-932F-4EA8-990C-84309216AAE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 Semilight" panose="020B0402040204020203"/>
                <a:ea typeface="微软雅黑 Light" panose="020B0502040204020203" charset="-122"/>
                <a:cs typeface="+mn-cs"/>
              </a:rPr>
              <a:t>‹#›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1774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SzPct val="85000"/>
        <a:buFont typeface="Microsoft YaHei UI" panose="020B0503020204020204" pitchFamily="34" charset="-122"/>
        <a:buChar char="−"/>
        <a:defRPr sz="2800" kern="1200">
          <a:solidFill>
            <a:schemeClr val="tx1"/>
          </a:solidFill>
          <a:latin typeface="+mn-ea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2400" kern="1200">
          <a:solidFill>
            <a:schemeClr val="tx1"/>
          </a:solidFill>
          <a:latin typeface="+mn-ea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2000" kern="1200">
          <a:solidFill>
            <a:schemeClr val="tx1"/>
          </a:solidFill>
          <a:latin typeface="+mn-ea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1800" kern="1200">
          <a:solidFill>
            <a:schemeClr val="tx1"/>
          </a:solidFill>
          <a:latin typeface="+mn-ea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1800" kern="1200">
          <a:solidFill>
            <a:schemeClr val="tx1"/>
          </a:solidFill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tags" Target="../tags/tag13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12" Type="http://schemas.openxmlformats.org/officeDocument/2006/relationships/tags" Target="../tags/tag12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5" Type="http://schemas.openxmlformats.org/officeDocument/2006/relationships/tags" Target="../tags/tag5.xml"/><Relationship Id="rId15" Type="http://schemas.openxmlformats.org/officeDocument/2006/relationships/slideLayout" Target="../slideLayouts/slideLayout7.xml"/><Relationship Id="rId10" Type="http://schemas.openxmlformats.org/officeDocument/2006/relationships/tags" Target="../tags/tag10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tags" Target="../tags/tag14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.xml"/><Relationship Id="rId3" Type="http://schemas.openxmlformats.org/officeDocument/2006/relationships/tags" Target="../tags/tag17.xml"/><Relationship Id="rId7" Type="http://schemas.openxmlformats.org/officeDocument/2006/relationships/slideLayout" Target="../slideLayouts/slideLayout4.xml"/><Relationship Id="rId2" Type="http://schemas.openxmlformats.org/officeDocument/2006/relationships/tags" Target="../tags/tag16.xml"/><Relationship Id="rId1" Type="http://schemas.openxmlformats.org/officeDocument/2006/relationships/tags" Target="../tags/tag15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tags" Target="../tags/tag28.xml"/><Relationship Id="rId3" Type="http://schemas.openxmlformats.org/officeDocument/2006/relationships/tags" Target="../tags/tag23.xml"/><Relationship Id="rId7" Type="http://schemas.openxmlformats.org/officeDocument/2006/relationships/tags" Target="../tags/tag27.xml"/><Relationship Id="rId2" Type="http://schemas.openxmlformats.org/officeDocument/2006/relationships/tags" Target="../tags/tag22.xml"/><Relationship Id="rId1" Type="http://schemas.openxmlformats.org/officeDocument/2006/relationships/tags" Target="../tags/tag21.xml"/><Relationship Id="rId6" Type="http://schemas.openxmlformats.org/officeDocument/2006/relationships/tags" Target="../tags/tag26.xml"/><Relationship Id="rId11" Type="http://schemas.openxmlformats.org/officeDocument/2006/relationships/notesSlide" Target="../notesSlides/notesSlide2.xml"/><Relationship Id="rId5" Type="http://schemas.openxmlformats.org/officeDocument/2006/relationships/tags" Target="../tags/tag25.xml"/><Relationship Id="rId10" Type="http://schemas.openxmlformats.org/officeDocument/2006/relationships/slideLayout" Target="../slideLayouts/slideLayout4.xml"/><Relationship Id="rId4" Type="http://schemas.openxmlformats.org/officeDocument/2006/relationships/tags" Target="../tags/tag24.xml"/><Relationship Id="rId9" Type="http://schemas.openxmlformats.org/officeDocument/2006/relationships/tags" Target="../tags/tag2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tags" Target="../tags/tag37.xml"/><Relationship Id="rId13" Type="http://schemas.openxmlformats.org/officeDocument/2006/relationships/tags" Target="../tags/tag42.xml"/><Relationship Id="rId3" Type="http://schemas.openxmlformats.org/officeDocument/2006/relationships/tags" Target="../tags/tag32.xml"/><Relationship Id="rId7" Type="http://schemas.openxmlformats.org/officeDocument/2006/relationships/tags" Target="../tags/tag36.xml"/><Relationship Id="rId12" Type="http://schemas.openxmlformats.org/officeDocument/2006/relationships/tags" Target="../tags/tag41.xml"/><Relationship Id="rId2" Type="http://schemas.openxmlformats.org/officeDocument/2006/relationships/tags" Target="../tags/tag31.xml"/><Relationship Id="rId1" Type="http://schemas.openxmlformats.org/officeDocument/2006/relationships/tags" Target="../tags/tag30.xml"/><Relationship Id="rId6" Type="http://schemas.openxmlformats.org/officeDocument/2006/relationships/tags" Target="../tags/tag35.xml"/><Relationship Id="rId11" Type="http://schemas.openxmlformats.org/officeDocument/2006/relationships/tags" Target="../tags/tag40.xml"/><Relationship Id="rId5" Type="http://schemas.openxmlformats.org/officeDocument/2006/relationships/tags" Target="../tags/tag34.xml"/><Relationship Id="rId15" Type="http://schemas.openxmlformats.org/officeDocument/2006/relationships/notesSlide" Target="../notesSlides/notesSlide4.xml"/><Relationship Id="rId10" Type="http://schemas.openxmlformats.org/officeDocument/2006/relationships/tags" Target="../tags/tag39.xml"/><Relationship Id="rId4" Type="http://schemas.openxmlformats.org/officeDocument/2006/relationships/tags" Target="../tags/tag33.xml"/><Relationship Id="rId9" Type="http://schemas.openxmlformats.org/officeDocument/2006/relationships/tags" Target="../tags/tag38.xml"/><Relationship Id="rId14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tags" Target="../tags/tag44.xml"/><Relationship Id="rId1" Type="http://schemas.openxmlformats.org/officeDocument/2006/relationships/tags" Target="../tags/tag4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.xml"/><Relationship Id="rId3" Type="http://schemas.openxmlformats.org/officeDocument/2006/relationships/tags" Target="../tags/tag47.xml"/><Relationship Id="rId7" Type="http://schemas.openxmlformats.org/officeDocument/2006/relationships/tags" Target="../tags/tag51.xml"/><Relationship Id="rId12" Type="http://schemas.openxmlformats.org/officeDocument/2006/relationships/image" Target="../media/image8.jpg"/><Relationship Id="rId2" Type="http://schemas.openxmlformats.org/officeDocument/2006/relationships/tags" Target="../tags/tag46.xml"/><Relationship Id="rId1" Type="http://schemas.openxmlformats.org/officeDocument/2006/relationships/tags" Target="../tags/tag45.xml"/><Relationship Id="rId6" Type="http://schemas.openxmlformats.org/officeDocument/2006/relationships/tags" Target="../tags/tag50.xml"/><Relationship Id="rId11" Type="http://schemas.openxmlformats.org/officeDocument/2006/relationships/image" Target="../media/image7.png"/><Relationship Id="rId5" Type="http://schemas.openxmlformats.org/officeDocument/2006/relationships/tags" Target="../tags/tag49.xml"/><Relationship Id="rId10" Type="http://schemas.openxmlformats.org/officeDocument/2006/relationships/image" Target="../media/image6.jpeg"/><Relationship Id="rId4" Type="http://schemas.openxmlformats.org/officeDocument/2006/relationships/tags" Target="../tags/tag48.xml"/><Relationship Id="rId9" Type="http://schemas.openxmlformats.org/officeDocument/2006/relationships/notesSlide" Target="../notesSlides/notesSlide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tags" Target="../tags/tag54.xml"/><Relationship Id="rId2" Type="http://schemas.openxmlformats.org/officeDocument/2006/relationships/tags" Target="../tags/tag53.xml"/><Relationship Id="rId1" Type="http://schemas.openxmlformats.org/officeDocument/2006/relationships/tags" Target="../tags/tag52.xml"/><Relationship Id="rId6" Type="http://schemas.openxmlformats.org/officeDocument/2006/relationships/image" Target="../media/image13.jpeg"/><Relationship Id="rId5" Type="http://schemas.openxmlformats.org/officeDocument/2006/relationships/notesSlide" Target="../notesSlides/notesSlide11.xml"/><Relationship Id="rId4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2197907" y="1355985"/>
            <a:ext cx="6680621" cy="1345651"/>
          </a:xfrm>
        </p:spPr>
        <p:txBody>
          <a:bodyPr>
            <a:normAutofit/>
          </a:bodyPr>
          <a:lstStyle/>
          <a:p>
            <a:r>
              <a:rPr lang="en-US" altLang="zh-CN" sz="6000" dirty="0" err="1">
                <a:latin typeface="+mj-ea"/>
                <a:ea typeface="+mj-ea"/>
              </a:rPr>
              <a:t>AiKen</a:t>
            </a:r>
            <a:r>
              <a:rPr lang="en-US" altLang="zh-CN" sz="6000" dirty="0">
                <a:latin typeface="+mj-ea"/>
                <a:ea typeface="+mj-ea"/>
              </a:rPr>
              <a:t> JY SI/DO</a:t>
            </a:r>
          </a:p>
        </p:txBody>
      </p:sp>
      <p:sp>
        <p:nvSpPr>
          <p:cNvPr id="3" name="标题 1">
            <a:extLst>
              <a:ext uri="{FF2B5EF4-FFF2-40B4-BE49-F238E27FC236}">
                <a16:creationId xmlns:a16="http://schemas.microsoft.com/office/drawing/2014/main" id="{19BB76D5-EE17-2555-392C-F03AFDE0AC5F}"/>
              </a:ext>
            </a:extLst>
          </p:cNvPr>
          <p:cNvSpPr txBox="1">
            <a:spLocks/>
          </p:cNvSpPr>
          <p:nvPr/>
        </p:nvSpPr>
        <p:spPr>
          <a:xfrm>
            <a:off x="2197908" y="3057236"/>
            <a:ext cx="3978448" cy="134565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2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defRPr>
            </a:lvl1pPr>
          </a:lstStyle>
          <a:p>
            <a:r>
              <a:rPr lang="en-US" altLang="zh-CN" sz="2800" dirty="0">
                <a:solidFill>
                  <a:schemeClr val="bg1"/>
                </a:solidFill>
                <a:latin typeface="+mj-ea"/>
                <a:ea typeface="+mj-ea"/>
              </a:rPr>
              <a:t>2026/10/19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>
            <a:extLst>
              <a:ext uri="{FF2B5EF4-FFF2-40B4-BE49-F238E27FC236}">
                <a16:creationId xmlns:a16="http://schemas.microsoft.com/office/drawing/2014/main" id="{FED308AA-4F86-1722-AD31-298FDCB27D47}"/>
              </a:ext>
            </a:extLst>
          </p:cNvPr>
          <p:cNvSpPr txBox="1">
            <a:spLocks/>
          </p:cNvSpPr>
          <p:nvPr/>
        </p:nvSpPr>
        <p:spPr>
          <a:xfrm>
            <a:off x="838200" y="510908"/>
            <a:ext cx="1620957" cy="480131"/>
          </a:xfrm>
          <a:prstGeom prst="rect">
            <a:avLst/>
          </a:prstGeom>
        </p:spPr>
        <p:txBody>
          <a:bodyPr wrap="none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defRPr>
            </a:lvl1pPr>
          </a:lstStyle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战略意图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3263CA6-3439-6D12-627C-A98DF4FFB4BA}"/>
              </a:ext>
            </a:extLst>
          </p:cNvPr>
          <p:cNvSpPr txBox="1"/>
          <p:nvPr/>
        </p:nvSpPr>
        <p:spPr>
          <a:xfrm>
            <a:off x="361090" y="1175053"/>
            <a:ext cx="11469819" cy="378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defRPr/>
            </a:pPr>
            <a:r>
              <a:rPr kumimoji="0" lang="zh-CN" altLang="en-US" sz="1400" b="1" i="0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总纲：</a:t>
            </a:r>
            <a:r>
              <a:rPr kumimoji="0" lang="zh-CN" altLang="en-US" sz="1400" i="0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本项目是品牌投资型项目，不以利润为核心诉求，以潮玩影像品类第一款产品为极印注入情绪型基因，同时验证</a:t>
            </a:r>
            <a:r>
              <a:rPr kumimoji="0" lang="en-US" altLang="zh-CN" sz="1400" i="0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C</a:t>
            </a:r>
            <a:r>
              <a:rPr kumimoji="0" lang="zh-CN" altLang="en-US" sz="1400" i="0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端打法。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DF2821F-05A4-AE69-DF0D-62B66002E132}"/>
              </a:ext>
            </a:extLst>
          </p:cNvPr>
          <p:cNvSpPr txBox="1"/>
          <p:nvPr/>
        </p:nvSpPr>
        <p:spPr>
          <a:xfrm>
            <a:off x="361090" y="1737953"/>
            <a:ext cx="2520000" cy="2625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  <a:spcAft>
                <a:spcPts val="1200"/>
              </a:spcAft>
              <a:defRPr/>
            </a:pPr>
            <a:r>
              <a:rPr lang="en-US" altLang="zh-CN" sz="1400" b="1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SI-1</a:t>
            </a:r>
            <a:r>
              <a:rPr lang="zh-CN" altLang="en-US" sz="1400" b="1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：增强极印品牌</a:t>
            </a:r>
            <a:endParaRPr lang="en-US" altLang="zh-CN" sz="1400" b="1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lvl="0">
              <a:lnSpc>
                <a:spcPct val="150000"/>
              </a:lnSpc>
              <a:spcAft>
                <a:spcPts val="1200"/>
              </a:spcAft>
              <a:defRPr/>
            </a:pP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以独立潮玩相机品类第一款切入，承接品牌蓝图 工具型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-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情绪型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-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创作型 的跃迁。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lvl="0">
              <a:lnSpc>
                <a:spcPct val="150000"/>
              </a:lnSpc>
              <a:spcAft>
                <a:spcPts val="1200"/>
              </a:spcAft>
              <a:defRPr/>
            </a:pP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以品牌资产指标衡量成果（搜索量、自然提及率、内容关键词纯度等）。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8DBADAC-EBE8-D3A2-0373-6212E5CC7276}"/>
              </a:ext>
            </a:extLst>
          </p:cNvPr>
          <p:cNvSpPr txBox="1"/>
          <p:nvPr/>
        </p:nvSpPr>
        <p:spPr>
          <a:xfrm>
            <a:off x="3344363" y="1737953"/>
            <a:ext cx="2520000" cy="2794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  <a:spcAft>
                <a:spcPts val="1200"/>
              </a:spcAft>
              <a:defRPr/>
            </a:pPr>
            <a:r>
              <a:rPr lang="en-US" altLang="zh-CN" sz="1400" b="1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SI-2</a:t>
            </a:r>
            <a:r>
              <a:rPr lang="zh-CN" altLang="en-US" sz="1400" b="1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：打造优秀的闭环体验</a:t>
            </a:r>
            <a:endParaRPr lang="en-US" altLang="zh-CN" sz="1400" b="1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R="0" lvl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defRPr/>
            </a:pP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产品定义从“一台相机”升级为完整闭环：拍摄（快速开机、仪式感） 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- 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“冲印”（稳定快速传输、即时或模拟等待） 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- 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出片（滤镜、特效如漏光） 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- 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分享（拼贴、一键社媒） 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- 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生态（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App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端联动打印）。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F2F3F32-2342-6D00-839A-E88E0016A703}"/>
              </a:ext>
            </a:extLst>
          </p:cNvPr>
          <p:cNvSpPr txBox="1"/>
          <p:nvPr/>
        </p:nvSpPr>
        <p:spPr>
          <a:xfrm>
            <a:off x="6327636" y="1737953"/>
            <a:ext cx="2520000" cy="2148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  <a:spcAft>
                <a:spcPts val="1200"/>
              </a:spcAft>
              <a:defRPr/>
            </a:pPr>
            <a:r>
              <a:rPr lang="en-US" altLang="zh-CN" sz="1400" b="1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SI-3</a:t>
            </a:r>
            <a:r>
              <a:rPr lang="zh-CN" altLang="en-US" sz="1400" b="1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：验证</a:t>
            </a:r>
            <a:r>
              <a:rPr lang="en-US" altLang="zh-CN" sz="1400" b="1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C</a:t>
            </a:r>
            <a:r>
              <a:rPr lang="zh-CN" altLang="en-US" sz="1400" b="1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端业务飞轮</a:t>
            </a:r>
            <a:endParaRPr lang="en-US" altLang="zh-CN" sz="1400" b="1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R="0" lvl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defRPr/>
            </a:pP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体验 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- 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声量 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- 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销量 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– 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资源再投入，四环正循环。首年目标不是转得快，而是转起来并被验证。严守纪律，严禁反向操作。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8D60322-1329-4A60-15D3-9B8AA1D322B8}"/>
              </a:ext>
            </a:extLst>
          </p:cNvPr>
          <p:cNvSpPr txBox="1"/>
          <p:nvPr/>
        </p:nvSpPr>
        <p:spPr>
          <a:xfrm>
            <a:off x="9310910" y="1737953"/>
            <a:ext cx="2520000" cy="2625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  <a:spcAft>
                <a:spcPts val="1200"/>
              </a:spcAft>
              <a:defRPr/>
            </a:pPr>
            <a:r>
              <a:rPr lang="en-US" altLang="zh-CN" sz="1400" b="1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SI-4</a:t>
            </a:r>
            <a:r>
              <a:rPr lang="zh-CN" altLang="en-US" sz="1400" b="1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：试点新的销量预测模型</a:t>
            </a:r>
            <a:endParaRPr lang="en-US" altLang="zh-CN" sz="1400" b="1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R="0" lvl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defRPr/>
            </a:pP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从三场景预测转向概率分布经营：参照类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+Bass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扩散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+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蒙特卡洛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+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投流漏斗。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R="0" lvl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defRPr/>
            </a:pP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所有运营动作是把销量分布往右推。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30/90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天用真实数据收窄分布。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B3FCD92B-D3B8-E019-E11E-2262D3A1962F}"/>
              </a:ext>
            </a:extLst>
          </p:cNvPr>
          <p:cNvSpPr txBox="1"/>
          <p:nvPr/>
        </p:nvSpPr>
        <p:spPr>
          <a:xfrm>
            <a:off x="3344363" y="4596348"/>
            <a:ext cx="2520000" cy="378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defRPr/>
            </a:pPr>
            <a:r>
              <a:rPr lang="zh-CN" altLang="en-US" sz="1400" b="1" dirty="0">
                <a:solidFill>
                  <a:schemeClr val="accent1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让用户觉得花得值</a:t>
            </a:r>
            <a:endParaRPr lang="en-US" altLang="zh-CN" sz="1400" b="1" dirty="0">
              <a:solidFill>
                <a:schemeClr val="accent1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DFB91762-CE8F-D214-E00A-91A8E913FEDC}"/>
              </a:ext>
            </a:extLst>
          </p:cNvPr>
          <p:cNvSpPr txBox="1"/>
          <p:nvPr/>
        </p:nvSpPr>
        <p:spPr>
          <a:xfrm>
            <a:off x="361090" y="4596348"/>
            <a:ext cx="2520000" cy="378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  <a:spcAft>
                <a:spcPts val="1200"/>
              </a:spcAft>
              <a:defRPr/>
            </a:pPr>
            <a:r>
              <a:rPr lang="zh-CN" altLang="en-US" sz="1400" b="1" dirty="0">
                <a:solidFill>
                  <a:schemeClr val="accent1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销量是手段，不是目的。</a:t>
            </a:r>
            <a:endParaRPr lang="en-US" altLang="zh-CN" sz="1400" b="1" dirty="0">
              <a:solidFill>
                <a:schemeClr val="accent1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FE30139B-F85E-311F-2026-CB4C33C7FCF1}"/>
              </a:ext>
            </a:extLst>
          </p:cNvPr>
          <p:cNvSpPr txBox="1"/>
          <p:nvPr/>
        </p:nvSpPr>
        <p:spPr>
          <a:xfrm>
            <a:off x="6327636" y="4596348"/>
            <a:ext cx="2520000" cy="7020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defRPr/>
            </a:pPr>
            <a:r>
              <a:rPr lang="zh-CN" altLang="en-US" sz="1400" b="1" dirty="0">
                <a:solidFill>
                  <a:schemeClr val="accent1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飞轮静止质量大，反转一次代价高</a:t>
            </a:r>
            <a:endParaRPr lang="en-US" altLang="zh-CN" sz="1400" b="1" dirty="0">
              <a:solidFill>
                <a:schemeClr val="accent1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334CE63-81D9-588D-F669-D3D21D7BD551}"/>
              </a:ext>
            </a:extLst>
          </p:cNvPr>
          <p:cNvSpPr txBox="1"/>
          <p:nvPr/>
        </p:nvSpPr>
        <p:spPr>
          <a:xfrm>
            <a:off x="9310909" y="4596349"/>
            <a:ext cx="2520000" cy="7020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defRPr/>
            </a:pPr>
            <a:r>
              <a:rPr lang="zh-CN" altLang="en-US" sz="1400" b="1" dirty="0">
                <a:solidFill>
                  <a:schemeClr val="accent1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验证有效则沉淀为极印新品类经营范式</a:t>
            </a:r>
            <a:endParaRPr lang="en-US" altLang="zh-CN" sz="1400" b="1" dirty="0">
              <a:solidFill>
                <a:schemeClr val="accent1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54D99CCC-D8CE-CFF2-5976-6C57E493280C}"/>
              </a:ext>
            </a:extLst>
          </p:cNvPr>
          <p:cNvSpPr txBox="1"/>
          <p:nvPr/>
        </p:nvSpPr>
        <p:spPr>
          <a:xfrm>
            <a:off x="361090" y="5682947"/>
            <a:ext cx="11469819" cy="4197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defRPr/>
            </a:pPr>
            <a:r>
              <a:rPr kumimoji="0" lang="zh-CN" altLang="en-US" sz="1600" b="1" i="0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贯穿目标是团队能力：体验设计、内容运营、飞轮运营、概率化运营。锻炼四项能力，是独立于产品成败之外的确定性收益。 </a:t>
            </a:r>
            <a:endParaRPr lang="en-US" altLang="zh-CN" sz="16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04221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>
            <a:extLst>
              <a:ext uri="{FF2B5EF4-FFF2-40B4-BE49-F238E27FC236}">
                <a16:creationId xmlns:a16="http://schemas.microsoft.com/office/drawing/2014/main" id="{41BF68DD-B407-2F13-476A-037E6B2DBA13}"/>
              </a:ext>
            </a:extLst>
          </p:cNvPr>
          <p:cNvSpPr txBox="1">
            <a:spLocks/>
          </p:cNvSpPr>
          <p:nvPr/>
        </p:nvSpPr>
        <p:spPr>
          <a:xfrm>
            <a:off x="838200" y="510908"/>
            <a:ext cx="899733" cy="480131"/>
          </a:xfrm>
          <a:prstGeom prst="rect">
            <a:avLst/>
          </a:prstGeom>
        </p:spPr>
        <p:txBody>
          <a:bodyPr wrap="none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defRPr>
            </a:lvl1pPr>
          </a:lstStyle>
          <a:p>
            <a:r>
              <a:rPr lang="en-US" altLang="zh-CN" sz="2800" dirty="0">
                <a:latin typeface="+mn-lt"/>
                <a:ea typeface="+mn-ea"/>
                <a:cs typeface="+mn-ea"/>
                <a:sym typeface="+mn-lt"/>
              </a:rPr>
              <a:t>COA</a:t>
            </a:r>
            <a:endParaRPr lang="zh-CN" altLang="en-US" sz="2800" dirty="0"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EA63905-8031-3F4D-A0DA-7111704CAD20}"/>
              </a:ext>
            </a:extLst>
          </p:cNvPr>
          <p:cNvSpPr txBox="1"/>
          <p:nvPr/>
        </p:nvSpPr>
        <p:spPr>
          <a:xfrm>
            <a:off x="361090" y="1175053"/>
            <a:ext cx="11469819" cy="378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defRPr/>
            </a:pPr>
            <a:r>
              <a:rPr kumimoji="0" lang="zh-CN" altLang="en-US" sz="1400" b="1" i="0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用途：</a:t>
            </a:r>
            <a:r>
              <a:rPr kumimoji="0" lang="zh-CN" altLang="en-US" sz="1400" i="0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项目推进中遇到张力需要取舍判断时，以本表为依据。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424E6B4-FF15-6381-D643-A6022FCD12BF}"/>
              </a:ext>
            </a:extLst>
          </p:cNvPr>
          <p:cNvSpPr txBox="1"/>
          <p:nvPr/>
        </p:nvSpPr>
        <p:spPr>
          <a:xfrm>
            <a:off x="361090" y="1737953"/>
            <a:ext cx="3600000" cy="4545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  <a:spcAft>
                <a:spcPts val="1200"/>
              </a:spcAft>
              <a:defRPr/>
            </a:pPr>
            <a:r>
              <a:rPr lang="en-US" altLang="zh-CN" sz="1400" b="1" dirty="0">
                <a:solidFill>
                  <a:schemeClr val="bg1"/>
                </a:solidFill>
                <a:highlight>
                  <a:srgbClr val="FF0000"/>
                </a:highlight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Constrain – </a:t>
            </a:r>
            <a:r>
              <a:rPr lang="zh-CN" altLang="en-US" sz="1400" b="1" dirty="0">
                <a:solidFill>
                  <a:schemeClr val="bg1"/>
                </a:solidFill>
                <a:highlight>
                  <a:srgbClr val="FF0000"/>
                </a:highlight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红线与纪律</a:t>
            </a:r>
            <a:endParaRPr lang="en-US" altLang="zh-CN" sz="1400" b="1" dirty="0">
              <a:solidFill>
                <a:schemeClr val="bg1"/>
              </a:solidFill>
              <a:highlight>
                <a:srgbClr val="FF0000"/>
              </a:highlight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285750" lvl="0" indent="-285750">
              <a:lnSpc>
                <a:spcPct val="150000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1400" b="1" dirty="0">
                <a:solidFill>
                  <a:schemeClr val="accent1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品牌投资型定位：</a:t>
            </a:r>
            <a:r>
              <a:rPr lang="zh-CN" altLang="en-US" sz="1400" dirty="0">
                <a:solidFill>
                  <a:schemeClr val="accent1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营收不作强考核，继续投入的亏损可能性预先接受。不以短期利润为由改变运营纪律；</a:t>
            </a:r>
            <a:endParaRPr lang="en-US" altLang="zh-CN" sz="1400" dirty="0">
              <a:solidFill>
                <a:schemeClr val="accent1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285750" lvl="0" indent="-285750">
              <a:lnSpc>
                <a:spcPct val="150000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1400" b="1" dirty="0">
                <a:solidFill>
                  <a:schemeClr val="accent1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品牌定位：</a:t>
            </a:r>
            <a:r>
              <a:rPr lang="zh-CN" altLang="en-US" sz="1400" dirty="0">
                <a:solidFill>
                  <a:schemeClr val="accent1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不进入相机参数比较框架，品类叙事锚定品牌</a:t>
            </a:r>
            <a:r>
              <a:rPr lang="en-US" altLang="zh-CN" sz="1400" dirty="0">
                <a:solidFill>
                  <a:schemeClr val="accent1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Creator</a:t>
            </a:r>
            <a:r>
              <a:rPr lang="zh-CN" altLang="en-US" sz="1400" dirty="0">
                <a:solidFill>
                  <a:schemeClr val="accent1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和</a:t>
            </a:r>
            <a:r>
              <a:rPr lang="en-US" altLang="zh-CN" sz="1400" dirty="0">
                <a:solidFill>
                  <a:schemeClr val="accent1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Jester</a:t>
            </a:r>
            <a:r>
              <a:rPr lang="zh-CN" altLang="en-US" sz="1400" dirty="0">
                <a:solidFill>
                  <a:schemeClr val="accent1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定位；</a:t>
            </a:r>
            <a:endParaRPr lang="en-US" altLang="zh-CN" sz="1400" dirty="0">
              <a:solidFill>
                <a:schemeClr val="accent1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285750" lvl="0" indent="-285750">
              <a:lnSpc>
                <a:spcPct val="150000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1400" b="1" dirty="0">
                <a:solidFill>
                  <a:schemeClr val="accent1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飞轮纪律：</a:t>
            </a:r>
            <a:r>
              <a:rPr lang="zh-CN" altLang="en-US" sz="1400" dirty="0">
                <a:solidFill>
                  <a:schemeClr val="accent1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严禁降价、砍体验、砍投放等反向操作；</a:t>
            </a:r>
            <a:endParaRPr lang="en-US" altLang="zh-CN" sz="1400" dirty="0">
              <a:solidFill>
                <a:schemeClr val="accent1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zh-CN" altLang="en-US" sz="1400" b="1" dirty="0">
                <a:solidFill>
                  <a:schemeClr val="accent1"/>
                </a:solidFill>
                <a:cs typeface="+mn-ea"/>
                <a:sym typeface="+mn-lt"/>
              </a:rPr>
              <a:t>体验交付：</a:t>
            </a:r>
            <a:r>
              <a:rPr lang="zh-CN" altLang="en-US" sz="1400" dirty="0">
                <a:solidFill>
                  <a:schemeClr val="accent1"/>
                </a:solidFill>
                <a:cs typeface="+mn-ea"/>
                <a:sym typeface="+mn-lt"/>
              </a:rPr>
              <a:t>定义的闭环体验不完整不发，不带伤上市；</a:t>
            </a:r>
            <a:endParaRPr lang="en-US" altLang="zh-CN" sz="1400" dirty="0">
              <a:solidFill>
                <a:schemeClr val="accent1"/>
              </a:solidFill>
              <a:cs typeface="+mn-ea"/>
              <a:sym typeface="+mn-lt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zh-CN" altLang="en-US" sz="1400" b="1" dirty="0">
                <a:solidFill>
                  <a:schemeClr val="accent1"/>
                </a:solidFill>
                <a:cs typeface="+mn-ea"/>
                <a:sym typeface="+mn-lt"/>
              </a:rPr>
              <a:t>沉没成本切割：</a:t>
            </a:r>
            <a:r>
              <a:rPr lang="en-US" altLang="zh-CN" sz="1400" dirty="0">
                <a:solidFill>
                  <a:schemeClr val="accent1"/>
                </a:solidFill>
                <a:cs typeface="+mn-ea"/>
                <a:sym typeface="+mn-lt"/>
              </a:rPr>
              <a:t>10</a:t>
            </a:r>
            <a:r>
              <a:rPr lang="zh-CN" altLang="en-US" sz="1400" dirty="0">
                <a:solidFill>
                  <a:schemeClr val="accent1"/>
                </a:solidFill>
                <a:cs typeface="+mn-ea"/>
                <a:sym typeface="+mn-lt"/>
              </a:rPr>
              <a:t>月前投入不计入后续财务分析及预算考核。</a:t>
            </a:r>
            <a:endParaRPr lang="en-US" altLang="zh-CN" sz="1400" dirty="0">
              <a:solidFill>
                <a:schemeClr val="accent1"/>
              </a:solidFill>
              <a:cs typeface="+mn-ea"/>
              <a:sym typeface="+mn-lt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AA451BC-C43E-4FFE-6978-CB94D8BE898F}"/>
              </a:ext>
            </a:extLst>
          </p:cNvPr>
          <p:cNvSpPr txBox="1"/>
          <p:nvPr/>
        </p:nvSpPr>
        <p:spPr>
          <a:xfrm>
            <a:off x="4295999" y="1737953"/>
            <a:ext cx="3600000" cy="34405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  <a:spcAft>
                <a:spcPts val="1200"/>
              </a:spcAft>
              <a:defRPr/>
            </a:pPr>
            <a:r>
              <a:rPr lang="en-US" altLang="zh-CN" sz="1400" b="1" dirty="0">
                <a:solidFill>
                  <a:schemeClr val="bg1"/>
                </a:solidFill>
                <a:highlight>
                  <a:srgbClr val="000000"/>
                </a:highlight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Optimize – </a:t>
            </a:r>
            <a:r>
              <a:rPr lang="zh-CN" altLang="en-US" sz="1400" b="1" dirty="0">
                <a:solidFill>
                  <a:schemeClr val="bg1"/>
                </a:solidFill>
                <a:highlight>
                  <a:srgbClr val="000000"/>
                </a:highlight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目标与能力建设</a:t>
            </a:r>
            <a:endParaRPr lang="en-US" altLang="zh-CN" sz="1400" b="1" dirty="0">
              <a:solidFill>
                <a:schemeClr val="bg1"/>
              </a:solidFill>
              <a:highlight>
                <a:srgbClr val="000000"/>
              </a:highlight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zh-CN" altLang="en-US" sz="1400" b="1" dirty="0">
                <a:solidFill>
                  <a:schemeClr val="dk1"/>
                </a:solidFill>
                <a:cs typeface="+mn-ea"/>
                <a:sym typeface="+mn-lt"/>
              </a:rPr>
              <a:t>财务场景：</a:t>
            </a:r>
            <a:r>
              <a:rPr lang="zh-CN" altLang="en-US" sz="1400" dirty="0">
                <a:solidFill>
                  <a:schemeClr val="dk1"/>
                </a:solidFill>
                <a:cs typeface="+mn-ea"/>
                <a:sym typeface="+mn-lt"/>
              </a:rPr>
              <a:t>以销量概率分布分位锚定三档（</a:t>
            </a:r>
            <a:r>
              <a:rPr lang="en-US" altLang="zh-CN" sz="1400" dirty="0">
                <a:solidFill>
                  <a:schemeClr val="dk1"/>
                </a:solidFill>
                <a:cs typeface="+mn-ea"/>
                <a:sym typeface="+mn-lt"/>
              </a:rPr>
              <a:t>Worst=P10</a:t>
            </a:r>
            <a:r>
              <a:rPr lang="zh-CN" altLang="en-US" sz="1400" dirty="0">
                <a:solidFill>
                  <a:schemeClr val="dk1"/>
                </a:solidFill>
                <a:cs typeface="+mn-ea"/>
                <a:sym typeface="+mn-lt"/>
              </a:rPr>
              <a:t>，</a:t>
            </a:r>
            <a:r>
              <a:rPr lang="en-US" altLang="zh-CN" sz="1400" dirty="0">
                <a:solidFill>
                  <a:schemeClr val="dk1"/>
                </a:solidFill>
                <a:cs typeface="+mn-ea"/>
                <a:sym typeface="+mn-lt"/>
              </a:rPr>
              <a:t>Normal=P50</a:t>
            </a:r>
            <a:r>
              <a:rPr lang="zh-CN" altLang="en-US" sz="1400" dirty="0">
                <a:solidFill>
                  <a:schemeClr val="dk1"/>
                </a:solidFill>
                <a:cs typeface="+mn-ea"/>
                <a:sym typeface="+mn-lt"/>
              </a:rPr>
              <a:t>及</a:t>
            </a:r>
            <a:r>
              <a:rPr lang="en-US" altLang="zh-CN" sz="1400" dirty="0">
                <a:solidFill>
                  <a:schemeClr val="dk1"/>
                </a:solidFill>
                <a:cs typeface="+mn-ea"/>
                <a:sym typeface="+mn-lt"/>
              </a:rPr>
              <a:t>Best=P90</a:t>
            </a:r>
            <a:r>
              <a:rPr lang="zh-CN" altLang="en-US" sz="1400" dirty="0">
                <a:solidFill>
                  <a:schemeClr val="dk1"/>
                </a:solidFill>
                <a:cs typeface="+mn-ea"/>
                <a:sym typeface="+mn-lt"/>
              </a:rPr>
              <a:t>）供团队执行使用；</a:t>
            </a:r>
            <a:endParaRPr lang="en-US" altLang="zh-CN" sz="1400" dirty="0">
              <a:solidFill>
                <a:schemeClr val="dk1"/>
              </a:solidFill>
              <a:cs typeface="+mn-ea"/>
              <a:sym typeface="+mn-lt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CN" sz="1400" b="1" dirty="0">
                <a:solidFill>
                  <a:schemeClr val="dk1"/>
                </a:solidFill>
                <a:cs typeface="+mn-ea"/>
                <a:sym typeface="+mn-lt"/>
              </a:rPr>
              <a:t>27</a:t>
            </a:r>
            <a:r>
              <a:rPr lang="zh-CN" altLang="en-US" sz="1400" b="1" dirty="0">
                <a:solidFill>
                  <a:schemeClr val="dk1"/>
                </a:solidFill>
                <a:cs typeface="+mn-ea"/>
                <a:sym typeface="+mn-lt"/>
              </a:rPr>
              <a:t>年</a:t>
            </a:r>
            <a:r>
              <a:rPr lang="en-US" altLang="zh-CN" sz="1400" b="1" dirty="0">
                <a:solidFill>
                  <a:schemeClr val="dk1"/>
                </a:solidFill>
                <a:cs typeface="+mn-ea"/>
                <a:sym typeface="+mn-lt"/>
              </a:rPr>
              <a:t>Q2</a:t>
            </a:r>
            <a:r>
              <a:rPr lang="zh-CN" altLang="en-US" sz="1400" b="1" dirty="0">
                <a:solidFill>
                  <a:schemeClr val="dk1"/>
                </a:solidFill>
                <a:cs typeface="+mn-ea"/>
                <a:sym typeface="+mn-lt"/>
              </a:rPr>
              <a:t>尾 </a:t>
            </a:r>
            <a:r>
              <a:rPr lang="en-US" altLang="zh-CN" sz="1400" b="1" dirty="0">
                <a:solidFill>
                  <a:schemeClr val="dk1"/>
                </a:solidFill>
                <a:cs typeface="+mn-ea"/>
                <a:sym typeface="+mn-lt"/>
              </a:rPr>
              <a:t>/ 618</a:t>
            </a:r>
            <a:r>
              <a:rPr lang="zh-CN" altLang="en-US" sz="1400" b="1" dirty="0">
                <a:solidFill>
                  <a:schemeClr val="dk1"/>
                </a:solidFill>
                <a:cs typeface="+mn-ea"/>
                <a:sym typeface="+mn-lt"/>
              </a:rPr>
              <a:t>上市：</a:t>
            </a:r>
            <a:r>
              <a:rPr lang="zh-CN" altLang="en-US" sz="1400" dirty="0">
                <a:solidFill>
                  <a:schemeClr val="dk1"/>
                </a:solidFill>
                <a:cs typeface="+mn-ea"/>
                <a:sym typeface="+mn-lt"/>
              </a:rPr>
              <a:t>项目</a:t>
            </a:r>
            <a:r>
              <a:rPr lang="en-US" altLang="zh-CN" sz="1400" dirty="0">
                <a:solidFill>
                  <a:schemeClr val="dk1"/>
                </a:solidFill>
                <a:cs typeface="+mn-ea"/>
                <a:sym typeface="+mn-lt"/>
              </a:rPr>
              <a:t>Schedule</a:t>
            </a:r>
            <a:r>
              <a:rPr lang="zh-CN" altLang="en-US" sz="1400" dirty="0">
                <a:solidFill>
                  <a:schemeClr val="dk1"/>
                </a:solidFill>
                <a:cs typeface="+mn-ea"/>
                <a:sym typeface="+mn-lt"/>
              </a:rPr>
              <a:t>以</a:t>
            </a:r>
            <a:r>
              <a:rPr lang="en-US" altLang="zh-CN" sz="1400" dirty="0">
                <a:solidFill>
                  <a:schemeClr val="dk1"/>
                </a:solidFill>
                <a:cs typeface="+mn-ea"/>
                <a:sym typeface="+mn-lt"/>
              </a:rPr>
              <a:t>27</a:t>
            </a:r>
            <a:r>
              <a:rPr lang="zh-CN" altLang="en-US" sz="1400" dirty="0">
                <a:solidFill>
                  <a:schemeClr val="dk1"/>
                </a:solidFill>
                <a:cs typeface="+mn-ea"/>
                <a:sym typeface="+mn-lt"/>
              </a:rPr>
              <a:t>年</a:t>
            </a:r>
            <a:r>
              <a:rPr lang="en-US" altLang="zh-CN" sz="1400" dirty="0">
                <a:solidFill>
                  <a:schemeClr val="dk1"/>
                </a:solidFill>
                <a:cs typeface="+mn-ea"/>
                <a:sym typeface="+mn-lt"/>
              </a:rPr>
              <a:t>618</a:t>
            </a:r>
            <a:r>
              <a:rPr lang="zh-CN" altLang="en-US" sz="1400" dirty="0">
                <a:solidFill>
                  <a:schemeClr val="dk1"/>
                </a:solidFill>
                <a:cs typeface="+mn-ea"/>
                <a:sym typeface="+mn-lt"/>
              </a:rPr>
              <a:t>为目标制定；</a:t>
            </a:r>
            <a:endParaRPr lang="en-US" altLang="zh-CN" sz="1400" dirty="0">
              <a:solidFill>
                <a:schemeClr val="dk1"/>
              </a:solidFill>
              <a:cs typeface="+mn-ea"/>
              <a:sym typeface="+mn-lt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zh-CN" altLang="en-US" sz="1400" b="1" dirty="0">
                <a:solidFill>
                  <a:schemeClr val="dk1"/>
                </a:solidFill>
                <a:cs typeface="+mn-ea"/>
                <a:sym typeface="+mn-lt"/>
              </a:rPr>
              <a:t>定价 </a:t>
            </a:r>
            <a:r>
              <a:rPr lang="en-US" altLang="zh-CN" sz="1400" b="1" dirty="0">
                <a:solidFill>
                  <a:schemeClr val="dk1"/>
                </a:solidFill>
                <a:cs typeface="+mn-ea"/>
                <a:sym typeface="+mn-lt"/>
              </a:rPr>
              <a:t>599</a:t>
            </a:r>
            <a:r>
              <a:rPr lang="zh-CN" altLang="en-US" sz="1400" b="1" dirty="0">
                <a:solidFill>
                  <a:schemeClr val="dk1"/>
                </a:solidFill>
                <a:cs typeface="+mn-ea"/>
                <a:sym typeface="+mn-lt"/>
              </a:rPr>
              <a:t>：</a:t>
            </a:r>
            <a:r>
              <a:rPr lang="zh-CN" altLang="en-US" sz="1400" dirty="0">
                <a:solidFill>
                  <a:schemeClr val="dk1"/>
                </a:solidFill>
                <a:cs typeface="+mn-ea"/>
                <a:sym typeface="+mn-lt"/>
              </a:rPr>
              <a:t>筛除比价人群，保留投放空间；</a:t>
            </a:r>
            <a:endParaRPr lang="en-US" altLang="zh-CN" sz="1400" dirty="0">
              <a:solidFill>
                <a:schemeClr val="dk1"/>
              </a:solidFill>
              <a:cs typeface="+mn-ea"/>
              <a:sym typeface="+mn-lt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zh-CN" altLang="en-US" sz="1400" b="1" dirty="0">
                <a:solidFill>
                  <a:schemeClr val="dk1"/>
                </a:solidFill>
                <a:cs typeface="+mn-ea"/>
                <a:sym typeface="+mn-lt"/>
              </a:rPr>
              <a:t>生产节奏：</a:t>
            </a:r>
            <a:r>
              <a:rPr lang="zh-CN" altLang="en-US" sz="1400" dirty="0">
                <a:solidFill>
                  <a:schemeClr val="dk1"/>
                </a:solidFill>
                <a:cs typeface="+mn-ea"/>
                <a:sym typeface="+mn-lt"/>
              </a:rPr>
              <a:t>首批投产</a:t>
            </a:r>
            <a:r>
              <a:rPr lang="en-US" altLang="zh-CN" sz="1400" dirty="0">
                <a:solidFill>
                  <a:schemeClr val="dk1"/>
                </a:solidFill>
                <a:cs typeface="+mn-ea"/>
                <a:sym typeface="+mn-lt"/>
              </a:rPr>
              <a:t>6000</a:t>
            </a:r>
            <a:r>
              <a:rPr lang="zh-CN" altLang="en-US" sz="1400" dirty="0">
                <a:solidFill>
                  <a:schemeClr val="dk1"/>
                </a:solidFill>
                <a:cs typeface="+mn-ea"/>
                <a:sym typeface="+mn-lt"/>
              </a:rPr>
              <a:t>台，</a:t>
            </a:r>
            <a:r>
              <a:rPr lang="en-US" altLang="zh-CN" sz="1400" dirty="0">
                <a:solidFill>
                  <a:schemeClr val="dk1"/>
                </a:solidFill>
                <a:cs typeface="+mn-ea"/>
                <a:sym typeface="+mn-lt"/>
              </a:rPr>
              <a:t>MOQ</a:t>
            </a:r>
            <a:r>
              <a:rPr lang="zh-CN" altLang="en-US" sz="1400" dirty="0">
                <a:solidFill>
                  <a:schemeClr val="dk1"/>
                </a:solidFill>
                <a:cs typeface="+mn-ea"/>
                <a:sym typeface="+mn-lt"/>
              </a:rPr>
              <a:t>按</a:t>
            </a:r>
            <a:r>
              <a:rPr lang="en-US" altLang="zh-CN" sz="1400" dirty="0">
                <a:solidFill>
                  <a:schemeClr val="dk1"/>
                </a:solidFill>
                <a:cs typeface="+mn-ea"/>
                <a:sym typeface="+mn-lt"/>
              </a:rPr>
              <a:t>3000</a:t>
            </a:r>
            <a:r>
              <a:rPr lang="zh-CN" altLang="en-US" sz="1400" dirty="0">
                <a:solidFill>
                  <a:schemeClr val="dk1"/>
                </a:solidFill>
                <a:cs typeface="+mn-ea"/>
                <a:sym typeface="+mn-lt"/>
              </a:rPr>
              <a:t>台，按季生产补货。</a:t>
            </a:r>
            <a:endParaRPr lang="en-US" altLang="zh-CN" sz="1400" dirty="0">
              <a:solidFill>
                <a:schemeClr val="dk1"/>
              </a:solidFill>
              <a:cs typeface="+mn-ea"/>
              <a:sym typeface="+mn-lt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C2FB77C-54A5-16ED-F770-BB77CD70348E}"/>
              </a:ext>
            </a:extLst>
          </p:cNvPr>
          <p:cNvSpPr txBox="1"/>
          <p:nvPr/>
        </p:nvSpPr>
        <p:spPr>
          <a:xfrm>
            <a:off x="8230909" y="1737953"/>
            <a:ext cx="3600000" cy="3425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  <a:spcAft>
                <a:spcPts val="1200"/>
              </a:spcAft>
              <a:defRPr/>
            </a:pPr>
            <a:r>
              <a:rPr lang="en-US" altLang="zh-CN" sz="1400" b="1" dirty="0">
                <a:solidFill>
                  <a:schemeClr val="bg1"/>
                </a:solidFill>
                <a:highlight>
                  <a:srgbClr val="808080"/>
                </a:highlight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Accept – </a:t>
            </a:r>
            <a:r>
              <a:rPr lang="zh-CN" altLang="en-US" sz="1400" b="1" dirty="0">
                <a:solidFill>
                  <a:schemeClr val="bg1"/>
                </a:solidFill>
                <a:highlight>
                  <a:srgbClr val="808080"/>
                </a:highlight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可让路项与已知代价</a:t>
            </a:r>
            <a:endParaRPr lang="en-US" altLang="zh-CN" sz="1400" b="1" dirty="0">
              <a:solidFill>
                <a:schemeClr val="bg1"/>
              </a:solidFill>
              <a:highlight>
                <a:srgbClr val="808080"/>
              </a:highlight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R="0" lvl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defRPr/>
            </a:pPr>
            <a:r>
              <a:rPr lang="zh-CN" altLang="en-US" sz="1400" b="1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批量小成本高：</a:t>
            </a:r>
            <a:r>
              <a:rPr lang="zh-CN" altLang="en-US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总量预测低于小米一个量级，</a:t>
            </a:r>
            <a:r>
              <a:rPr lang="en-US" altLang="zh-CN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BOM</a:t>
            </a:r>
            <a:r>
              <a:rPr lang="zh-CN" altLang="en-US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会有上浮；</a:t>
            </a:r>
            <a:endParaRPr lang="en-US" altLang="zh-CN" sz="1400" dirty="0"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R="0" lvl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defRPr/>
            </a:pPr>
            <a:r>
              <a:rPr lang="zh-CN" altLang="en-US" sz="1400" b="1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单品利润率：</a:t>
            </a:r>
            <a:r>
              <a:rPr lang="zh-CN" altLang="en-US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项目目标非利润，毛利结构服从飞轮几率；</a:t>
            </a:r>
            <a:endParaRPr lang="en-US" altLang="zh-CN" sz="1400" dirty="0"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R="0" lvl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defRPr/>
            </a:pPr>
            <a:r>
              <a:rPr lang="en-US" altLang="zh-CN" sz="1400" b="1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Worst </a:t>
            </a:r>
            <a:r>
              <a:rPr lang="zh-CN" altLang="en-US" sz="1400" b="1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场景的发生本身：</a:t>
            </a:r>
            <a:r>
              <a:rPr lang="zh-CN" altLang="en-US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落在销量概率分布</a:t>
            </a:r>
            <a:r>
              <a:rPr lang="en-US" altLang="zh-CN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P10</a:t>
            </a:r>
            <a:r>
              <a:rPr lang="zh-CN" altLang="en-US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及以下的可能性，其造成亏损已在品牌投资框架内被接受，不触发自动止损。触发的是</a:t>
            </a:r>
            <a:r>
              <a:rPr lang="en-US" altLang="zh-CN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Checkpoint</a:t>
            </a:r>
            <a:r>
              <a:rPr lang="zh-CN" altLang="en-US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诊断与策略调整。</a:t>
            </a:r>
            <a:endParaRPr lang="en-US" altLang="zh-CN" sz="1400" dirty="0"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215639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7347D-5595-1454-D9C1-08FE857CF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>
            <a:extLst>
              <a:ext uri="{FF2B5EF4-FFF2-40B4-BE49-F238E27FC236}">
                <a16:creationId xmlns:a16="http://schemas.microsoft.com/office/drawing/2014/main" id="{D4FF92E5-F557-BE1A-1DA7-06B3E74BA945}"/>
              </a:ext>
            </a:extLst>
          </p:cNvPr>
          <p:cNvSpPr txBox="1">
            <a:spLocks/>
          </p:cNvSpPr>
          <p:nvPr/>
        </p:nvSpPr>
        <p:spPr>
          <a:xfrm>
            <a:off x="838200" y="510908"/>
            <a:ext cx="3248005" cy="480131"/>
          </a:xfrm>
          <a:prstGeom prst="rect">
            <a:avLst/>
          </a:prstGeom>
        </p:spPr>
        <p:txBody>
          <a:bodyPr wrap="none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defRPr>
            </a:lvl1pPr>
          </a:lstStyle>
          <a:p>
            <a:r>
              <a:rPr lang="en-US" altLang="zh-CN" sz="2800" dirty="0">
                <a:latin typeface="+mn-lt"/>
                <a:ea typeface="+mn-ea"/>
                <a:cs typeface="+mn-ea"/>
                <a:sym typeface="+mn-lt"/>
              </a:rPr>
              <a:t>SI-1</a:t>
            </a:r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：增强极印品牌</a:t>
            </a:r>
          </a:p>
        </p:txBody>
      </p:sp>
      <p:sp>
        <p:nvSpPr>
          <p:cNvPr id="28" name="TextBox 6">
            <a:extLst>
              <a:ext uri="{FF2B5EF4-FFF2-40B4-BE49-F238E27FC236}">
                <a16:creationId xmlns:a16="http://schemas.microsoft.com/office/drawing/2014/main" id="{78D9485B-CB03-4639-B780-ADEF58D14063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361090" y="1214155"/>
            <a:ext cx="36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1400" b="1" dirty="0">
                <a:latin typeface="Segoe UI" panose="020B0502040204020203"/>
              </a:rPr>
              <a:t>品牌战略骨架：极印要成为什么？</a:t>
            </a:r>
            <a:endParaRPr sz="700" b="0" dirty="0">
              <a:latin typeface="微软雅黑" panose="020B0503020204020204" charset="-122"/>
            </a:endParaRPr>
          </a:p>
        </p:txBody>
      </p:sp>
      <p:sp>
        <p:nvSpPr>
          <p:cNvPr id="29" name="TextBox 7">
            <a:extLst>
              <a:ext uri="{FF2B5EF4-FFF2-40B4-BE49-F238E27FC236}">
                <a16:creationId xmlns:a16="http://schemas.microsoft.com/office/drawing/2014/main" id="{4AD5C7A2-5C49-9027-ADE3-887683706C01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361090" y="1628234"/>
            <a:ext cx="3599999" cy="30218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dirty="0">
                <a:solidFill>
                  <a:srgbClr val="000000"/>
                </a:solidFill>
              </a:rPr>
              <a:t>品牌使命</a:t>
            </a:r>
            <a:endParaRPr lang="en-US" altLang="zh-CN" sz="1200" dirty="0">
              <a:solidFill>
                <a:srgbClr val="000000"/>
              </a:solidFill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b="1" dirty="0">
                <a:solidFill>
                  <a:srgbClr val="000000"/>
                </a:solidFill>
              </a:rPr>
              <a:t>让值得留下来的，真正留下来</a:t>
            </a:r>
            <a:endParaRPr lang="en-US" altLang="zh-CN" b="1" dirty="0">
              <a:solidFill>
                <a:srgbClr val="000000"/>
              </a:solidFill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100" dirty="0">
                <a:solidFill>
                  <a:srgbClr val="000000"/>
                </a:solidFill>
              </a:rPr>
              <a:t>洞察：记录越来越容易，真正留下来越来越难</a:t>
            </a:r>
            <a:endParaRPr lang="en-US" altLang="zh-CN" sz="1100" dirty="0">
              <a:solidFill>
                <a:srgbClr val="000000"/>
              </a:solidFill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endParaRPr lang="en-US" altLang="zh-CN" dirty="0">
              <a:solidFill>
                <a:srgbClr val="000000"/>
              </a:solidFill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dirty="0">
                <a:solidFill>
                  <a:srgbClr val="000000"/>
                </a:solidFill>
              </a:rPr>
              <a:t>品牌原型</a:t>
            </a:r>
            <a:endParaRPr lang="en-US" altLang="zh-CN" sz="1200" dirty="0">
              <a:solidFill>
                <a:srgbClr val="000000"/>
              </a:solidFill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en-US" altLang="zh-CN" b="1" dirty="0">
                <a:solidFill>
                  <a:srgbClr val="000000"/>
                </a:solidFill>
              </a:rPr>
              <a:t>Creator</a:t>
            </a:r>
            <a:r>
              <a:rPr lang="zh-CN" altLang="en-US" b="1" dirty="0">
                <a:solidFill>
                  <a:srgbClr val="000000"/>
                </a:solidFill>
              </a:rPr>
              <a:t>（创作者）</a:t>
            </a:r>
            <a:r>
              <a:rPr lang="en-US" altLang="zh-CN" b="1" dirty="0">
                <a:solidFill>
                  <a:srgbClr val="000000"/>
                </a:solidFill>
              </a:rPr>
              <a:t> x Jester</a:t>
            </a:r>
            <a:r>
              <a:rPr lang="zh-CN" altLang="en-US" b="1" dirty="0">
                <a:solidFill>
                  <a:srgbClr val="000000"/>
                </a:solidFill>
              </a:rPr>
              <a:t>（玩趣派）</a:t>
            </a:r>
            <a:endParaRPr lang="en-US" altLang="zh-CN" b="1" dirty="0">
              <a:solidFill>
                <a:srgbClr val="000000"/>
              </a:solidFill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en-US" altLang="zh-CN" sz="1100" dirty="0">
                <a:solidFill>
                  <a:srgbClr val="000000"/>
                </a:solidFill>
              </a:rPr>
              <a:t>Creator</a:t>
            </a:r>
            <a:r>
              <a:rPr lang="zh-CN" altLang="en-US" sz="1100" dirty="0">
                <a:solidFill>
                  <a:srgbClr val="000000"/>
                </a:solidFill>
              </a:rPr>
              <a:t>敢信敢下单，</a:t>
            </a:r>
            <a:r>
              <a:rPr lang="en-US" altLang="zh-CN" sz="1100" dirty="0">
                <a:solidFill>
                  <a:srgbClr val="000000"/>
                </a:solidFill>
              </a:rPr>
              <a:t>Jester</a:t>
            </a:r>
            <a:r>
              <a:rPr lang="zh-CN" altLang="en-US" sz="1100" dirty="0">
                <a:solidFill>
                  <a:srgbClr val="000000"/>
                </a:solidFill>
              </a:rPr>
              <a:t>敢玩玩上瘾</a:t>
            </a:r>
            <a:endParaRPr lang="en-US" altLang="zh-CN" sz="1100" dirty="0">
              <a:solidFill>
                <a:srgbClr val="000000"/>
              </a:solidFill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endParaRPr lang="en-US" dirty="0">
              <a:solidFill>
                <a:srgbClr val="000000"/>
              </a:solidFill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dirty="0">
                <a:solidFill>
                  <a:srgbClr val="000000"/>
                </a:solidFill>
              </a:rPr>
              <a:t>战略跃迁</a:t>
            </a:r>
            <a:endParaRPr lang="en-US" altLang="zh-CN" sz="1200" dirty="0">
              <a:solidFill>
                <a:srgbClr val="000000"/>
              </a:solidFill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b="1" dirty="0">
                <a:solidFill>
                  <a:srgbClr val="000000"/>
                </a:solidFill>
              </a:rPr>
              <a:t>工具型 </a:t>
            </a:r>
            <a:r>
              <a:rPr lang="en-US" altLang="zh-CN" b="1" dirty="0">
                <a:solidFill>
                  <a:srgbClr val="000000"/>
                </a:solidFill>
              </a:rPr>
              <a:t>-&gt; </a:t>
            </a:r>
            <a:r>
              <a:rPr lang="zh-CN" altLang="en-US" b="1" dirty="0">
                <a:solidFill>
                  <a:srgbClr val="000000"/>
                </a:solidFill>
              </a:rPr>
              <a:t>情绪型 </a:t>
            </a:r>
            <a:r>
              <a:rPr lang="en-US" altLang="zh-CN" b="1" dirty="0">
                <a:solidFill>
                  <a:srgbClr val="000000"/>
                </a:solidFill>
              </a:rPr>
              <a:t>-&gt; </a:t>
            </a:r>
            <a:r>
              <a:rPr lang="zh-CN" altLang="en-US" b="1" dirty="0">
                <a:solidFill>
                  <a:srgbClr val="000000"/>
                </a:solidFill>
              </a:rPr>
              <a:t>创作型生活方式</a:t>
            </a:r>
            <a:endParaRPr lang="en-US" altLang="zh-CN" b="1" dirty="0">
              <a:solidFill>
                <a:srgbClr val="000000"/>
              </a:solidFill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en-US" altLang="zh-CN" sz="1100" dirty="0" err="1">
                <a:solidFill>
                  <a:srgbClr val="000000"/>
                </a:solidFill>
              </a:rPr>
              <a:t>AiKen</a:t>
            </a:r>
            <a:r>
              <a:rPr lang="zh-CN" altLang="en-US" sz="1100" dirty="0">
                <a:solidFill>
                  <a:srgbClr val="000000"/>
                </a:solidFill>
              </a:rPr>
              <a:t>锚定情绪型</a:t>
            </a:r>
            <a:endParaRPr sz="1100" dirty="0">
              <a:solidFill>
                <a:srgbClr val="000000"/>
              </a:solidFill>
            </a:endParaRPr>
          </a:p>
        </p:txBody>
      </p:sp>
      <p:sp>
        <p:nvSpPr>
          <p:cNvPr id="32" name="TextBox 6">
            <a:extLst>
              <a:ext uri="{FF2B5EF4-FFF2-40B4-BE49-F238E27FC236}">
                <a16:creationId xmlns:a16="http://schemas.microsoft.com/office/drawing/2014/main" id="{180CA896-AA44-15F6-7228-F27729A0C77B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8229599" y="1214155"/>
            <a:ext cx="3600000" cy="307777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zh-CN" altLang="en-US" sz="1400" b="1" dirty="0">
                <a:latin typeface="Segoe UI" panose="020B0502040204020203"/>
              </a:rPr>
              <a:t>品牌战略 </a:t>
            </a:r>
            <a:r>
              <a:rPr lang="en-US" altLang="zh-CN" sz="1400" b="1" dirty="0">
                <a:latin typeface="Segoe UI" panose="020B0502040204020203"/>
              </a:rPr>
              <a:t>&lt;-&gt; </a:t>
            </a:r>
            <a:r>
              <a:rPr lang="en-US" altLang="zh-CN" sz="1400" b="1" dirty="0" err="1">
                <a:latin typeface="Segoe UI" panose="020B0502040204020203"/>
              </a:rPr>
              <a:t>AiKen</a:t>
            </a:r>
            <a:endParaRPr sz="700" b="0" dirty="0">
              <a:latin typeface="微软雅黑" panose="020B0503020204020204" charset="-122"/>
            </a:endParaRPr>
          </a:p>
        </p:txBody>
      </p:sp>
      <p:sp>
        <p:nvSpPr>
          <p:cNvPr id="33" name="TextBox 7">
            <a:extLst>
              <a:ext uri="{FF2B5EF4-FFF2-40B4-BE49-F238E27FC236}">
                <a16:creationId xmlns:a16="http://schemas.microsoft.com/office/drawing/2014/main" id="{4C136A3E-4659-564B-580C-9CC071911535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8229599" y="1631567"/>
            <a:ext cx="3247417" cy="2755626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txBody>
          <a:bodyPr wrap="square">
            <a:spAutoFit/>
          </a:bodyPr>
          <a:lstStyle/>
          <a:p>
            <a:pPr marL="228600" indent="-228600" algn="l">
              <a:lnSpc>
                <a:spcPts val="2100"/>
              </a:lnSpc>
              <a:buAutoNum type="arabicPeriod"/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b="1" dirty="0">
                <a:solidFill>
                  <a:srgbClr val="000000"/>
                </a:solidFill>
              </a:rPr>
              <a:t>品牌原型载体：</a:t>
            </a:r>
            <a:r>
              <a:rPr lang="zh-CN" altLang="en-US" sz="1200" dirty="0">
                <a:solidFill>
                  <a:srgbClr val="000000"/>
                </a:solidFill>
              </a:rPr>
              <a:t>无屏</a:t>
            </a:r>
            <a:r>
              <a:rPr lang="en-US" altLang="zh-CN" sz="1200" dirty="0">
                <a:solidFill>
                  <a:srgbClr val="000000"/>
                </a:solidFill>
              </a:rPr>
              <a:t>+36</a:t>
            </a:r>
            <a:r>
              <a:rPr lang="zh-CN" altLang="en-US" sz="1200" dirty="0">
                <a:solidFill>
                  <a:srgbClr val="000000"/>
                </a:solidFill>
              </a:rPr>
              <a:t>张</a:t>
            </a:r>
            <a:r>
              <a:rPr lang="en-US" altLang="zh-CN" sz="1200" dirty="0">
                <a:solidFill>
                  <a:srgbClr val="000000"/>
                </a:solidFill>
              </a:rPr>
              <a:t>+</a:t>
            </a:r>
            <a:r>
              <a:rPr lang="zh-CN" altLang="en-US" sz="1200" dirty="0">
                <a:solidFill>
                  <a:srgbClr val="000000"/>
                </a:solidFill>
              </a:rPr>
              <a:t>风格及特效</a:t>
            </a:r>
            <a:r>
              <a:rPr lang="en-US" altLang="zh-CN" sz="1200" dirty="0">
                <a:solidFill>
                  <a:srgbClr val="000000"/>
                </a:solidFill>
              </a:rPr>
              <a:t> -&gt; </a:t>
            </a:r>
            <a:r>
              <a:rPr lang="zh-CN" altLang="en-US" sz="1200" dirty="0">
                <a:solidFill>
                  <a:srgbClr val="000000"/>
                </a:solidFill>
              </a:rPr>
              <a:t>体验符合</a:t>
            </a:r>
            <a:r>
              <a:rPr lang="en-US" altLang="zh-CN" sz="1200" dirty="0">
                <a:solidFill>
                  <a:srgbClr val="000000"/>
                </a:solidFill>
              </a:rPr>
              <a:t>Creator</a:t>
            </a:r>
            <a:r>
              <a:rPr lang="zh-CN" altLang="en-US" sz="1200" dirty="0">
                <a:solidFill>
                  <a:srgbClr val="000000"/>
                </a:solidFill>
              </a:rPr>
              <a:t>的认真创作和</a:t>
            </a:r>
            <a:r>
              <a:rPr lang="en-US" altLang="zh-CN" sz="1200" dirty="0">
                <a:solidFill>
                  <a:srgbClr val="000000"/>
                </a:solidFill>
              </a:rPr>
              <a:t>Jester</a:t>
            </a:r>
            <a:r>
              <a:rPr lang="zh-CN" altLang="en-US" sz="1200" dirty="0">
                <a:solidFill>
                  <a:srgbClr val="000000"/>
                </a:solidFill>
              </a:rPr>
              <a:t>的玩趣彩蛋；</a:t>
            </a:r>
            <a:endParaRPr lang="en-US" altLang="zh-CN" sz="1200" dirty="0">
              <a:solidFill>
                <a:srgbClr val="000000"/>
              </a:solidFill>
            </a:endParaRPr>
          </a:p>
          <a:p>
            <a:pPr marL="228600" indent="-228600" algn="l">
              <a:lnSpc>
                <a:spcPts val="2100"/>
              </a:lnSpc>
              <a:buAutoNum type="arabicPeriod"/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b="1" dirty="0">
                <a:solidFill>
                  <a:srgbClr val="000000"/>
                </a:solidFill>
              </a:rPr>
              <a:t>战略跃迁：</a:t>
            </a:r>
            <a:r>
              <a:rPr lang="en-US" altLang="zh-CN" sz="1200" dirty="0" err="1">
                <a:solidFill>
                  <a:srgbClr val="000000"/>
                </a:solidFill>
              </a:rPr>
              <a:t>AiKen</a:t>
            </a:r>
            <a:r>
              <a:rPr lang="zh-CN" altLang="en-US" sz="1200" dirty="0">
                <a:solidFill>
                  <a:srgbClr val="000000"/>
                </a:solidFill>
              </a:rPr>
              <a:t>的核心是设备仪式感</a:t>
            </a:r>
            <a:r>
              <a:rPr lang="en-US" altLang="zh-CN" sz="1200" dirty="0">
                <a:solidFill>
                  <a:srgbClr val="000000"/>
                </a:solidFill>
              </a:rPr>
              <a:t>+</a:t>
            </a:r>
            <a:r>
              <a:rPr lang="zh-CN" altLang="en-US" sz="1200" dirty="0">
                <a:solidFill>
                  <a:srgbClr val="000000"/>
                </a:solidFill>
              </a:rPr>
              <a:t>内容情感密度，天生就是情绪型产品；</a:t>
            </a:r>
            <a:endParaRPr lang="en-US" altLang="zh-CN" sz="1200" dirty="0">
              <a:solidFill>
                <a:srgbClr val="000000"/>
              </a:solidFill>
            </a:endParaRPr>
          </a:p>
          <a:p>
            <a:pPr marL="228600" indent="-228600" algn="l">
              <a:lnSpc>
                <a:spcPts val="2100"/>
              </a:lnSpc>
              <a:buAutoNum type="arabicPeriod"/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b="1" dirty="0">
                <a:solidFill>
                  <a:srgbClr val="000000"/>
                </a:solidFill>
              </a:rPr>
              <a:t>核心人群的年轻入口：</a:t>
            </a:r>
            <a:r>
              <a:rPr lang="en-US" altLang="zh-CN" sz="1200" dirty="0" err="1">
                <a:solidFill>
                  <a:srgbClr val="000000"/>
                </a:solidFill>
              </a:rPr>
              <a:t>AiKen</a:t>
            </a:r>
            <a:r>
              <a:rPr lang="zh-CN" altLang="en-US" sz="1200" dirty="0">
                <a:solidFill>
                  <a:srgbClr val="000000"/>
                </a:solidFill>
              </a:rPr>
              <a:t>覆盖</a:t>
            </a:r>
            <a:r>
              <a:rPr lang="en-US" altLang="zh-CN" sz="1200" dirty="0">
                <a:solidFill>
                  <a:srgbClr val="000000"/>
                </a:solidFill>
              </a:rPr>
              <a:t>18-30</a:t>
            </a:r>
            <a:r>
              <a:rPr lang="zh-CN" altLang="en-US" sz="1200" dirty="0">
                <a:solidFill>
                  <a:srgbClr val="000000"/>
                </a:solidFill>
              </a:rPr>
              <a:t>岁年轻入口段，先进圈再导入印创生态；</a:t>
            </a:r>
            <a:endParaRPr lang="en-US" altLang="zh-CN" sz="1200" dirty="0">
              <a:solidFill>
                <a:srgbClr val="000000"/>
              </a:solidFill>
            </a:endParaRPr>
          </a:p>
          <a:p>
            <a:pPr marL="228600" indent="-228600" algn="l">
              <a:lnSpc>
                <a:spcPts val="2100"/>
              </a:lnSpc>
              <a:buAutoNum type="arabicPeriod"/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b="1" dirty="0">
                <a:solidFill>
                  <a:srgbClr val="000000"/>
                </a:solidFill>
              </a:rPr>
              <a:t>丰富创作上游：</a:t>
            </a:r>
            <a:r>
              <a:rPr lang="zh-CN" altLang="en-US" sz="1200" dirty="0">
                <a:solidFill>
                  <a:srgbClr val="000000"/>
                </a:solidFill>
              </a:rPr>
              <a:t>原来创作素材默认来自手机。</a:t>
            </a:r>
            <a:r>
              <a:rPr lang="en-US" altLang="zh-CN" sz="1200" dirty="0" err="1">
                <a:solidFill>
                  <a:srgbClr val="000000"/>
                </a:solidFill>
              </a:rPr>
              <a:t>AiKen</a:t>
            </a:r>
            <a:r>
              <a:rPr lang="zh-CN" altLang="en-US" sz="1200" dirty="0">
                <a:solidFill>
                  <a:srgbClr val="000000"/>
                </a:solidFill>
              </a:rPr>
              <a:t>把素材输入仪式化，与下游印创无缝衔接带来更多发现可能性。</a:t>
            </a:r>
          </a:p>
        </p:txBody>
      </p:sp>
      <p:sp>
        <p:nvSpPr>
          <p:cNvPr id="36" name="TextBox 6">
            <a:extLst>
              <a:ext uri="{FF2B5EF4-FFF2-40B4-BE49-F238E27FC236}">
                <a16:creationId xmlns:a16="http://schemas.microsoft.com/office/drawing/2014/main" id="{AB18636F-11A6-3830-C730-9E17F356C8F8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4296000" y="1214155"/>
            <a:ext cx="36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1400" b="1" dirty="0">
                <a:latin typeface="Segoe UI" panose="020B0502040204020203"/>
              </a:rPr>
              <a:t>品牌架构：三大品类</a:t>
            </a:r>
            <a:endParaRPr sz="700" b="0" dirty="0">
              <a:latin typeface="微软雅黑" panose="020B0503020204020204" charset="-122"/>
            </a:endParaRPr>
          </a:p>
        </p:txBody>
      </p:sp>
      <p:sp>
        <p:nvSpPr>
          <p:cNvPr id="37" name="TextBox 7">
            <a:extLst>
              <a:ext uri="{FF2B5EF4-FFF2-40B4-BE49-F238E27FC236}">
                <a16:creationId xmlns:a16="http://schemas.microsoft.com/office/drawing/2014/main" id="{D044195F-9DCF-A3C2-33F4-D69DEEE64522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4295345" y="3275713"/>
            <a:ext cx="3599998" cy="6002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b="1" dirty="0">
                <a:solidFill>
                  <a:srgbClr val="000000"/>
                </a:solidFill>
                <a:latin typeface="+mn-ea"/>
              </a:rPr>
              <a:t>无冲突，有互动：</a:t>
            </a:r>
            <a:r>
              <a:rPr lang="en-US" altLang="zh-CN" sz="1200" dirty="0" err="1">
                <a:solidFill>
                  <a:srgbClr val="000000"/>
                </a:solidFill>
                <a:latin typeface="+mn-ea"/>
              </a:rPr>
              <a:t>AiKen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 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是拍的仪式，照片打印机是印的便捷。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App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端可联通 拍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-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创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-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印。</a:t>
            </a:r>
            <a:endParaRPr lang="en-US" altLang="zh-CN" sz="12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38" name="Rounded Rectangle 8">
            <a:extLst>
              <a:ext uri="{FF2B5EF4-FFF2-40B4-BE49-F238E27FC236}">
                <a16:creationId xmlns:a16="http://schemas.microsoft.com/office/drawing/2014/main" id="{0517A7AB-4540-E2AA-B75F-717925939D0E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4296000" y="1777804"/>
            <a:ext cx="1086744" cy="1242038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>
            <a:noFill/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zh-CN" altLang="en-US" sz="1200" b="1" dirty="0">
                <a:solidFill>
                  <a:schemeClr val="tx1"/>
                </a:solidFill>
                <a:latin typeface="+mn-ea"/>
              </a:rPr>
              <a:t>潮玩相机</a:t>
            </a:r>
            <a:endParaRPr lang="en-US" sz="12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50000"/>
              </a:lnSpc>
            </a:pPr>
            <a:r>
              <a:rPr lang="en-US" altLang="zh-CN" sz="1200" dirty="0" err="1">
                <a:solidFill>
                  <a:schemeClr val="tx1"/>
                </a:solidFill>
                <a:latin typeface="+mn-ea"/>
              </a:rPr>
              <a:t>AiKen</a:t>
            </a:r>
            <a:r>
              <a:rPr lang="en-US" altLang="zh-CN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zh-CN" altLang="en-US" sz="1200" dirty="0">
                <a:solidFill>
                  <a:schemeClr val="tx1"/>
                </a:solidFill>
                <a:latin typeface="+mn-ea"/>
              </a:rPr>
              <a:t>￥</a:t>
            </a:r>
            <a:r>
              <a:rPr lang="en-US" altLang="zh-CN" sz="1200" dirty="0">
                <a:solidFill>
                  <a:schemeClr val="tx1"/>
                </a:solidFill>
                <a:latin typeface="+mn-ea"/>
              </a:rPr>
              <a:t>599</a:t>
            </a:r>
            <a:endParaRPr sz="12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39" name="Rounded Rectangle 8">
            <a:extLst>
              <a:ext uri="{FF2B5EF4-FFF2-40B4-BE49-F238E27FC236}">
                <a16:creationId xmlns:a16="http://schemas.microsoft.com/office/drawing/2014/main" id="{3598AB58-0348-F0CE-2148-484AF9EE255C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5552628" y="1777803"/>
            <a:ext cx="1086744" cy="1242039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>
            <a:noFill/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zh-CN" altLang="en-US" sz="1200" b="1" dirty="0">
                <a:solidFill>
                  <a:schemeClr val="tx1"/>
                </a:solidFill>
                <a:latin typeface="+mn-ea"/>
              </a:rPr>
              <a:t>照片打印机</a:t>
            </a:r>
            <a:endParaRPr lang="en-US" sz="12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50000"/>
              </a:lnSpc>
            </a:pPr>
            <a:r>
              <a:rPr lang="en-US" altLang="zh-CN" sz="1200" dirty="0">
                <a:solidFill>
                  <a:schemeClr val="tx1"/>
                </a:solidFill>
                <a:latin typeface="+mn-ea"/>
              </a:rPr>
              <a:t>N1 </a:t>
            </a:r>
            <a:r>
              <a:rPr lang="zh-CN" altLang="en-US" sz="1200" dirty="0">
                <a:solidFill>
                  <a:schemeClr val="tx1"/>
                </a:solidFill>
                <a:latin typeface="+mn-ea"/>
              </a:rPr>
              <a:t>￥</a:t>
            </a:r>
            <a:r>
              <a:rPr lang="en-US" altLang="zh-CN" sz="1200" dirty="0">
                <a:solidFill>
                  <a:schemeClr val="tx1"/>
                </a:solidFill>
                <a:latin typeface="+mn-ea"/>
              </a:rPr>
              <a:t>459</a:t>
            </a:r>
          </a:p>
          <a:p>
            <a:pPr algn="ctr">
              <a:lnSpc>
                <a:spcPct val="150000"/>
              </a:lnSpc>
            </a:pPr>
            <a:r>
              <a:rPr lang="en-US" altLang="zh-CN" sz="1200" dirty="0">
                <a:solidFill>
                  <a:schemeClr val="tx1"/>
                </a:solidFill>
                <a:latin typeface="+mn-ea"/>
              </a:rPr>
              <a:t>N3 </a:t>
            </a:r>
            <a:r>
              <a:rPr lang="zh-CN" altLang="en-US" sz="1200" dirty="0">
                <a:solidFill>
                  <a:schemeClr val="tx1"/>
                </a:solidFill>
                <a:latin typeface="+mn-ea"/>
              </a:rPr>
              <a:t>￥</a:t>
            </a:r>
            <a:r>
              <a:rPr lang="en-US" altLang="zh-CN" sz="1200" dirty="0">
                <a:solidFill>
                  <a:schemeClr val="tx1"/>
                </a:solidFill>
                <a:latin typeface="+mn-ea"/>
              </a:rPr>
              <a:t>649</a:t>
            </a:r>
          </a:p>
          <a:p>
            <a:pPr algn="ctr">
              <a:lnSpc>
                <a:spcPct val="150000"/>
              </a:lnSpc>
            </a:pPr>
            <a:r>
              <a:rPr lang="en-US" altLang="zh-CN" sz="1200" dirty="0">
                <a:solidFill>
                  <a:schemeClr val="tx1"/>
                </a:solidFill>
                <a:latin typeface="+mn-ea"/>
              </a:rPr>
              <a:t>N2 </a:t>
            </a:r>
            <a:r>
              <a:rPr lang="zh-CN" altLang="en-US" sz="1200" dirty="0">
                <a:solidFill>
                  <a:schemeClr val="tx1"/>
                </a:solidFill>
                <a:latin typeface="+mn-ea"/>
              </a:rPr>
              <a:t>￥</a:t>
            </a:r>
            <a:r>
              <a:rPr lang="en-US" altLang="zh-CN" sz="1200" dirty="0">
                <a:solidFill>
                  <a:schemeClr val="tx1"/>
                </a:solidFill>
                <a:latin typeface="+mn-ea"/>
              </a:rPr>
              <a:t>799</a:t>
            </a:r>
            <a:endParaRPr sz="12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40" name="Rounded Rectangle 8">
            <a:extLst>
              <a:ext uri="{FF2B5EF4-FFF2-40B4-BE49-F238E27FC236}">
                <a16:creationId xmlns:a16="http://schemas.microsoft.com/office/drawing/2014/main" id="{F2B90F18-9FAB-990C-A8DC-CB2DA9F72C5F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6808600" y="1777803"/>
            <a:ext cx="1086744" cy="1242039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>
            <a:noFill/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zh-CN" altLang="en-US" sz="1200" b="1" dirty="0">
                <a:solidFill>
                  <a:schemeClr val="tx1"/>
                </a:solidFill>
                <a:latin typeface="+mn-ea"/>
              </a:rPr>
              <a:t>打印切割机</a:t>
            </a:r>
            <a:endParaRPr lang="en-US" sz="1200" dirty="0">
              <a:solidFill>
                <a:schemeClr val="tx1"/>
              </a:solidFill>
              <a:latin typeface="+mn-ea"/>
            </a:endParaRPr>
          </a:p>
          <a:p>
            <a:pPr algn="ctr">
              <a:lnSpc>
                <a:spcPct val="150000"/>
              </a:lnSpc>
            </a:pPr>
            <a:r>
              <a:rPr lang="en-US" altLang="zh-CN" sz="1200" dirty="0">
                <a:solidFill>
                  <a:schemeClr val="tx1"/>
                </a:solidFill>
                <a:latin typeface="+mn-ea"/>
              </a:rPr>
              <a:t>S1 </a:t>
            </a:r>
            <a:r>
              <a:rPr lang="zh-CN" altLang="en-US" sz="1200" dirty="0">
                <a:solidFill>
                  <a:schemeClr val="tx1"/>
                </a:solidFill>
                <a:latin typeface="+mn-ea"/>
              </a:rPr>
              <a:t>￥</a:t>
            </a:r>
            <a:r>
              <a:rPr lang="en-US" altLang="zh-CN" sz="1200" dirty="0">
                <a:solidFill>
                  <a:schemeClr val="tx1"/>
                </a:solidFill>
                <a:latin typeface="+mn-ea"/>
              </a:rPr>
              <a:t>1799</a:t>
            </a:r>
            <a:endParaRPr sz="12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41" name="Rounded Rectangle 8">
            <a:extLst>
              <a:ext uri="{FF2B5EF4-FFF2-40B4-BE49-F238E27FC236}">
                <a16:creationId xmlns:a16="http://schemas.microsoft.com/office/drawing/2014/main" id="{2AD21899-CA15-1362-1399-D8E7C0ECBDEF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3343926" y="4949842"/>
            <a:ext cx="2520000" cy="738393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zh-CN" sz="1000" dirty="0" err="1">
                <a:solidFill>
                  <a:schemeClr val="tx1"/>
                </a:solidFill>
                <a:latin typeface="+mj-ea"/>
                <a:ea typeface="+mj-ea"/>
              </a:rPr>
              <a:t>AiKen</a:t>
            </a:r>
            <a:r>
              <a:rPr lang="en-US" altLang="zh-CN" sz="1000" dirty="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lang="zh-CN" altLang="en-US" sz="1000" dirty="0">
                <a:solidFill>
                  <a:schemeClr val="tx1"/>
                </a:solidFill>
                <a:latin typeface="+mj-ea"/>
                <a:ea typeface="+mj-ea"/>
              </a:rPr>
              <a:t>主张</a:t>
            </a:r>
            <a:endParaRPr lang="en-US" sz="1000" dirty="0">
              <a:solidFill>
                <a:schemeClr val="tx1"/>
              </a:solidFill>
              <a:latin typeface="+mj-ea"/>
              <a:ea typeface="+mj-ea"/>
            </a:endParaRPr>
          </a:p>
          <a:p>
            <a:pPr algn="ctr">
              <a:lnSpc>
                <a:spcPct val="150000"/>
              </a:lnSpc>
            </a:pPr>
            <a:r>
              <a:rPr lang="zh-CN" altLang="en-US" sz="1400" b="1" dirty="0">
                <a:solidFill>
                  <a:schemeClr val="tx1"/>
                </a:solidFill>
                <a:latin typeface="+mn-ea"/>
              </a:rPr>
              <a:t>因为不知道，所以认真</a:t>
            </a:r>
            <a:endParaRPr sz="1400" b="1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42" name="Rounded Rectangle 8">
            <a:extLst>
              <a:ext uri="{FF2B5EF4-FFF2-40B4-BE49-F238E27FC236}">
                <a16:creationId xmlns:a16="http://schemas.microsoft.com/office/drawing/2014/main" id="{FD184178-C856-7468-B647-AEBF7F1D76AE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6326762" y="4949842"/>
            <a:ext cx="2520000" cy="738393"/>
          </a:xfrm>
          <a:prstGeom prst="roundRect">
            <a:avLst>
              <a:gd name="adj" fmla="val 0"/>
            </a:avLst>
          </a:prstGeom>
          <a:noFill/>
          <a:ln w="12700">
            <a:solidFill>
              <a:schemeClr val="accent1"/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zh-CN" sz="1000" dirty="0" err="1">
                <a:solidFill>
                  <a:schemeClr val="tx1"/>
                </a:solidFill>
                <a:latin typeface="+mj-ea"/>
              </a:rPr>
              <a:t>AiKen</a:t>
            </a:r>
            <a:r>
              <a:rPr lang="en-US" altLang="zh-CN" sz="1000" dirty="0">
                <a:solidFill>
                  <a:schemeClr val="tx1"/>
                </a:solidFill>
                <a:latin typeface="+mj-ea"/>
              </a:rPr>
              <a:t> </a:t>
            </a:r>
            <a:r>
              <a:rPr lang="zh-CN" altLang="en-US" sz="1000" dirty="0">
                <a:solidFill>
                  <a:schemeClr val="tx1"/>
                </a:solidFill>
                <a:latin typeface="+mj-ea"/>
              </a:rPr>
              <a:t>行为</a:t>
            </a:r>
          </a:p>
          <a:p>
            <a:pPr algn="ctr">
              <a:lnSpc>
                <a:spcPct val="150000"/>
              </a:lnSpc>
            </a:pPr>
            <a:r>
              <a:rPr lang="zh-CN" altLang="en-US" sz="1400" b="1" dirty="0">
                <a:solidFill>
                  <a:schemeClr val="tx1"/>
                </a:solidFill>
                <a:latin typeface="+mn-ea"/>
              </a:rPr>
              <a:t>认真拍下今天</a:t>
            </a:r>
          </a:p>
        </p:txBody>
      </p:sp>
      <p:sp>
        <p:nvSpPr>
          <p:cNvPr id="43" name="Rounded Rectangle 8">
            <a:extLst>
              <a:ext uri="{FF2B5EF4-FFF2-40B4-BE49-F238E27FC236}">
                <a16:creationId xmlns:a16="http://schemas.microsoft.com/office/drawing/2014/main" id="{F8671E4F-E2C1-CD95-6D8C-FC6C45AFA0B8}"/>
              </a:ext>
            </a:extLst>
          </p:cNvPr>
          <p:cNvSpPr/>
          <p:nvPr>
            <p:custDataLst>
              <p:tags r:id="rId12"/>
            </p:custDataLst>
          </p:nvPr>
        </p:nvSpPr>
        <p:spPr>
          <a:xfrm>
            <a:off x="361090" y="4949842"/>
            <a:ext cx="2520000" cy="738393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zh-CN" altLang="en-US" sz="1000" dirty="0">
                <a:solidFill>
                  <a:schemeClr val="bg1"/>
                </a:solidFill>
                <a:latin typeface="+mj-ea"/>
              </a:rPr>
              <a:t>品牌 </a:t>
            </a:r>
            <a:r>
              <a:rPr lang="en-US" altLang="zh-CN" sz="1000" dirty="0">
                <a:solidFill>
                  <a:schemeClr val="bg1"/>
                </a:solidFill>
                <a:latin typeface="+mj-ea"/>
              </a:rPr>
              <a:t>CCI</a:t>
            </a:r>
          </a:p>
          <a:p>
            <a:pPr algn="ctr">
              <a:lnSpc>
                <a:spcPct val="150000"/>
              </a:lnSpc>
            </a:pPr>
            <a:r>
              <a:rPr lang="zh-CN" altLang="en-US" sz="1400" b="1" dirty="0">
                <a:solidFill>
                  <a:schemeClr val="bg1"/>
                </a:solidFill>
                <a:latin typeface="+mn-ea"/>
              </a:rPr>
              <a:t>让今天值得留下来</a:t>
            </a:r>
          </a:p>
        </p:txBody>
      </p:sp>
      <p:sp>
        <p:nvSpPr>
          <p:cNvPr id="44" name="Rounded Rectangle 8">
            <a:extLst>
              <a:ext uri="{FF2B5EF4-FFF2-40B4-BE49-F238E27FC236}">
                <a16:creationId xmlns:a16="http://schemas.microsoft.com/office/drawing/2014/main" id="{164D8A80-A8B4-A4F3-4025-013A4E0BF45B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9309599" y="4949842"/>
            <a:ext cx="2520000" cy="738393"/>
          </a:xfrm>
          <a:prstGeom prst="roundRect">
            <a:avLst>
              <a:gd name="adj" fmla="val 0"/>
            </a:avLst>
          </a:prstGeom>
          <a:noFill/>
          <a:ln w="12700">
            <a:solidFill>
              <a:schemeClr val="accent1"/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zh-CN" altLang="en-US" sz="1000" dirty="0">
                <a:solidFill>
                  <a:schemeClr val="tx1"/>
                </a:solidFill>
                <a:latin typeface="+mj-ea"/>
              </a:rPr>
              <a:t>生态承接</a:t>
            </a:r>
            <a:endParaRPr lang="en-US" altLang="zh-CN" sz="1000" dirty="0">
              <a:solidFill>
                <a:schemeClr val="tx1"/>
              </a:solidFill>
              <a:latin typeface="+mj-ea"/>
            </a:endParaRPr>
          </a:p>
          <a:p>
            <a:pPr algn="ctr">
              <a:lnSpc>
                <a:spcPct val="150000"/>
              </a:lnSpc>
            </a:pPr>
            <a:r>
              <a:rPr lang="zh-CN" altLang="en-US" sz="1400" b="1" dirty="0">
                <a:solidFill>
                  <a:schemeClr val="tx1"/>
                </a:solidFill>
                <a:latin typeface="+mn-ea"/>
              </a:rPr>
              <a:t>值得做，做成产品</a:t>
            </a:r>
            <a:endParaRPr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76934C67-8552-9B0F-03E1-41A7167E0485}"/>
              </a:ext>
            </a:extLst>
          </p:cNvPr>
          <p:cNvCxnSpPr>
            <a:cxnSpLocks/>
            <a:stCxn id="43" idx="3"/>
            <a:endCxn id="41" idx="1"/>
          </p:cNvCxnSpPr>
          <p:nvPr/>
        </p:nvCxnSpPr>
        <p:spPr>
          <a:xfrm>
            <a:off x="2881090" y="5319039"/>
            <a:ext cx="46283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18465A89-2BCF-1F93-F59B-BC0D8DB6E74A}"/>
              </a:ext>
            </a:extLst>
          </p:cNvPr>
          <p:cNvCxnSpPr>
            <a:cxnSpLocks/>
            <a:stCxn id="41" idx="3"/>
            <a:endCxn id="42" idx="1"/>
          </p:cNvCxnSpPr>
          <p:nvPr/>
        </p:nvCxnSpPr>
        <p:spPr>
          <a:xfrm>
            <a:off x="5863926" y="5319039"/>
            <a:ext cx="46283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0CE54988-EEEB-D5E7-2406-8EE44A136A65}"/>
              </a:ext>
            </a:extLst>
          </p:cNvPr>
          <p:cNvCxnSpPr>
            <a:cxnSpLocks/>
            <a:stCxn id="42" idx="3"/>
            <a:endCxn id="44" idx="1"/>
          </p:cNvCxnSpPr>
          <p:nvPr/>
        </p:nvCxnSpPr>
        <p:spPr>
          <a:xfrm>
            <a:off x="8846762" y="5319039"/>
            <a:ext cx="46283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6">
            <a:extLst>
              <a:ext uri="{FF2B5EF4-FFF2-40B4-BE49-F238E27FC236}">
                <a16:creationId xmlns:a16="http://schemas.microsoft.com/office/drawing/2014/main" id="{E88FE0DD-228B-31F2-FFB1-0F8106BE6433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361089" y="5881689"/>
            <a:ext cx="11468510" cy="316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1400" dirty="0">
                <a:latin typeface="Segoe UI" panose="020B0502040204020203"/>
              </a:rPr>
              <a:t>潮玩相机语境沿用“让今天值得留下来”，不使用“把高光极印成我”。</a:t>
            </a:r>
            <a:endParaRPr sz="700" dirty="0">
              <a:latin typeface="微软雅黑" panose="020B050302020402020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514331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25C912-2D8D-D06A-D528-BB06C399C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>
            <a:extLst>
              <a:ext uri="{FF2B5EF4-FFF2-40B4-BE49-F238E27FC236}">
                <a16:creationId xmlns:a16="http://schemas.microsoft.com/office/drawing/2014/main" id="{77D68F75-ECBC-2EEE-DFD1-65598F72DF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10908"/>
            <a:ext cx="4334841" cy="480131"/>
          </a:xfrm>
        </p:spPr>
        <p:txBody>
          <a:bodyPr wrap="none">
            <a:spAutoFit/>
          </a:bodyPr>
          <a:lstStyle/>
          <a:p>
            <a:r>
              <a:rPr lang="en-US" altLang="zh-CN" sz="2800" dirty="0">
                <a:latin typeface="+mn-lt"/>
                <a:ea typeface="+mn-ea"/>
                <a:cs typeface="+mn-ea"/>
                <a:sym typeface="+mn-lt"/>
              </a:rPr>
              <a:t>SI 2</a:t>
            </a:r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：打造优秀的闭环体验</a:t>
            </a:r>
          </a:p>
        </p:txBody>
      </p:sp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83F35BBC-E97E-B0B2-89F3-AAF169B84C35}"/>
              </a:ext>
            </a:extLst>
          </p:cNvPr>
          <p:cNvSpPr/>
          <p:nvPr>
            <p:custDataLst>
              <p:tags r:id="rId1"/>
            </p:custDataLst>
          </p:nvPr>
        </p:nvSpPr>
        <p:spPr>
          <a:xfrm>
            <a:off x="609371" y="2439000"/>
            <a:ext cx="2160000" cy="162000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  <a:spcAft>
                <a:spcPts val="1200"/>
              </a:spcAft>
            </a:pPr>
            <a:r>
              <a:rPr lang="zh-CN" altLang="en-US" sz="1600" b="1" dirty="0">
                <a:solidFill>
                  <a:schemeClr val="tx1"/>
                </a:solidFill>
              </a:rPr>
              <a:t>拍摄</a:t>
            </a:r>
            <a:endParaRPr lang="en-US" altLang="zh-CN" sz="1600" b="1" dirty="0">
              <a:solidFill>
                <a:schemeClr val="tx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zh-CN" altLang="en-US" sz="1200" dirty="0">
                <a:solidFill>
                  <a:schemeClr val="tx1"/>
                </a:solidFill>
              </a:rPr>
              <a:t>机械过片</a:t>
            </a:r>
            <a:r>
              <a:rPr lang="en-US" altLang="zh-CN" sz="1200" dirty="0">
                <a:solidFill>
                  <a:schemeClr val="tx1"/>
                </a:solidFill>
              </a:rPr>
              <a:t>+36</a:t>
            </a:r>
            <a:r>
              <a:rPr lang="zh-CN" altLang="en-US" sz="1200" dirty="0">
                <a:solidFill>
                  <a:schemeClr val="tx1"/>
                </a:solidFill>
              </a:rPr>
              <a:t>张</a:t>
            </a:r>
            <a:endParaRPr lang="en-US" altLang="zh-CN" sz="1200" dirty="0">
              <a:solidFill>
                <a:schemeClr val="tx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zh-CN" altLang="en-US" sz="1200" dirty="0">
                <a:solidFill>
                  <a:schemeClr val="tx1"/>
                </a:solidFill>
              </a:rPr>
              <a:t>无屏，反数码焦虑</a:t>
            </a:r>
            <a:endParaRPr lang="en-US" altLang="zh-CN" sz="1200" dirty="0">
              <a:solidFill>
                <a:schemeClr val="tx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zh-CN" altLang="en-US" sz="1200" dirty="0">
                <a:solidFill>
                  <a:schemeClr val="tx1"/>
                </a:solidFill>
              </a:rPr>
              <a:t>极速开机</a:t>
            </a:r>
            <a:r>
              <a:rPr lang="en-US" altLang="zh-CN" sz="1200" dirty="0">
                <a:solidFill>
                  <a:schemeClr val="tx1"/>
                </a:solidFill>
              </a:rPr>
              <a:t>+</a:t>
            </a:r>
            <a:r>
              <a:rPr lang="zh-CN" altLang="en-US" sz="1200" dirty="0">
                <a:solidFill>
                  <a:schemeClr val="tx1"/>
                </a:solidFill>
              </a:rPr>
              <a:t>泛焦</a:t>
            </a:r>
            <a:endParaRPr sz="1400" dirty="0">
              <a:solidFill>
                <a:schemeClr val="tx1"/>
              </a:solidFill>
            </a:endParaRPr>
          </a:p>
        </p:txBody>
      </p:sp>
      <p:sp>
        <p:nvSpPr>
          <p:cNvPr id="15" name="Rounded Rectangle 6">
            <a:extLst>
              <a:ext uri="{FF2B5EF4-FFF2-40B4-BE49-F238E27FC236}">
                <a16:creationId xmlns:a16="http://schemas.microsoft.com/office/drawing/2014/main" id="{09B3F393-A44F-1FFA-61ED-C70F7E5E93D0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3547124" y="2439000"/>
            <a:ext cx="2160000" cy="162000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  <a:spcAft>
                <a:spcPts val="1200"/>
              </a:spcAft>
            </a:pPr>
            <a:r>
              <a:rPr lang="zh-CN" altLang="en-US" sz="1600" b="1" dirty="0">
                <a:solidFill>
                  <a:schemeClr val="tx1"/>
                </a:solidFill>
              </a:rPr>
              <a:t>风格与冲洗</a:t>
            </a:r>
            <a:endParaRPr lang="en-US" altLang="zh-CN" sz="1600" b="1" dirty="0">
              <a:solidFill>
                <a:schemeClr val="tx1"/>
              </a:solidFill>
            </a:endParaRPr>
          </a:p>
          <a:p>
            <a:pPr algn="ctr">
              <a:lnSpc>
                <a:spcPct val="150000"/>
              </a:lnSpc>
              <a:spcAft>
                <a:spcPts val="1200"/>
              </a:spcAft>
            </a:pPr>
            <a:r>
              <a:rPr lang="zh-CN" altLang="en-US" sz="1200" dirty="0">
                <a:solidFill>
                  <a:schemeClr val="tx1"/>
                </a:solidFill>
              </a:rPr>
              <a:t>风格与特效（如漏光）</a:t>
            </a:r>
            <a:endParaRPr lang="en-US" altLang="zh-CN" sz="1200" dirty="0">
              <a:solidFill>
                <a:schemeClr val="tx1"/>
              </a:solidFill>
            </a:endParaRPr>
          </a:p>
          <a:p>
            <a:pPr algn="ctr">
              <a:lnSpc>
                <a:spcPct val="150000"/>
              </a:lnSpc>
              <a:spcAft>
                <a:spcPts val="1200"/>
              </a:spcAft>
            </a:pPr>
            <a:r>
              <a:rPr lang="en-US" altLang="zh-CN" sz="1200" dirty="0" err="1">
                <a:solidFill>
                  <a:schemeClr val="tx1"/>
                </a:solidFill>
              </a:rPr>
              <a:t>WiFi</a:t>
            </a:r>
            <a:r>
              <a:rPr lang="en-US" altLang="zh-CN" sz="1200" dirty="0">
                <a:solidFill>
                  <a:schemeClr val="tx1"/>
                </a:solidFill>
              </a:rPr>
              <a:t> </a:t>
            </a:r>
            <a:r>
              <a:rPr lang="zh-CN" altLang="en-US" sz="1200" dirty="0">
                <a:solidFill>
                  <a:schemeClr val="tx1"/>
                </a:solidFill>
              </a:rPr>
              <a:t>传输</a:t>
            </a:r>
            <a:endParaRPr lang="en-US" altLang="zh-CN" sz="1200" dirty="0">
              <a:solidFill>
                <a:schemeClr val="tx1"/>
              </a:solidFill>
            </a:endParaRPr>
          </a:p>
        </p:txBody>
      </p:sp>
      <p:sp>
        <p:nvSpPr>
          <p:cNvPr id="20" name="Rounded Rectangle 6">
            <a:extLst>
              <a:ext uri="{FF2B5EF4-FFF2-40B4-BE49-F238E27FC236}">
                <a16:creationId xmlns:a16="http://schemas.microsoft.com/office/drawing/2014/main" id="{D9103824-26EA-52F0-D45D-69CF7E362FA5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6484877" y="2439000"/>
            <a:ext cx="2160000" cy="162000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  <a:spcAft>
                <a:spcPts val="1200"/>
              </a:spcAft>
            </a:pPr>
            <a:r>
              <a:rPr lang="zh-CN" altLang="en-US" sz="1600" b="1" dirty="0">
                <a:solidFill>
                  <a:schemeClr val="tx1"/>
                </a:solidFill>
              </a:rPr>
              <a:t>暗房</a:t>
            </a:r>
            <a:endParaRPr lang="en-US" altLang="zh-CN" sz="1600" b="1" dirty="0">
              <a:solidFill>
                <a:schemeClr val="tx1"/>
              </a:solidFill>
            </a:endParaRPr>
          </a:p>
          <a:p>
            <a:pPr algn="ctr">
              <a:lnSpc>
                <a:spcPct val="150000"/>
              </a:lnSpc>
              <a:spcAft>
                <a:spcPts val="1200"/>
              </a:spcAft>
            </a:pPr>
            <a:r>
              <a:rPr lang="zh-CN" altLang="en-US" sz="1200" dirty="0">
                <a:solidFill>
                  <a:schemeClr val="tx1"/>
                </a:solidFill>
              </a:rPr>
              <a:t>即时查看</a:t>
            </a:r>
            <a:r>
              <a:rPr lang="en-US" altLang="zh-CN" sz="1200" dirty="0">
                <a:solidFill>
                  <a:schemeClr val="tx1"/>
                </a:solidFill>
              </a:rPr>
              <a:t>/</a:t>
            </a:r>
            <a:r>
              <a:rPr lang="zh-CN" altLang="en-US" sz="1200" dirty="0">
                <a:solidFill>
                  <a:schemeClr val="tx1"/>
                </a:solidFill>
              </a:rPr>
              <a:t>模拟等待</a:t>
            </a:r>
            <a:endParaRPr lang="en-US" altLang="zh-CN" sz="1200" dirty="0">
              <a:solidFill>
                <a:schemeClr val="tx1"/>
              </a:solidFill>
            </a:endParaRPr>
          </a:p>
          <a:p>
            <a:pPr algn="ctr">
              <a:lnSpc>
                <a:spcPct val="150000"/>
              </a:lnSpc>
              <a:spcAft>
                <a:spcPts val="1200"/>
              </a:spcAft>
            </a:pPr>
            <a:r>
              <a:rPr lang="zh-CN" altLang="en-US" sz="1200" dirty="0">
                <a:solidFill>
                  <a:schemeClr val="tx1"/>
                </a:solidFill>
              </a:rPr>
              <a:t>衔接打印导入创印生态</a:t>
            </a:r>
            <a:endParaRPr lang="en-US" altLang="zh-CN" sz="1200" dirty="0">
              <a:solidFill>
                <a:schemeClr val="tx1"/>
              </a:solidFill>
            </a:endParaRPr>
          </a:p>
        </p:txBody>
      </p:sp>
      <p:sp>
        <p:nvSpPr>
          <p:cNvPr id="23" name="Rounded Rectangle 6">
            <a:extLst>
              <a:ext uri="{FF2B5EF4-FFF2-40B4-BE49-F238E27FC236}">
                <a16:creationId xmlns:a16="http://schemas.microsoft.com/office/drawing/2014/main" id="{79062689-C046-12E7-0CA5-55641DA8ABED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9422630" y="2439000"/>
            <a:ext cx="2160000" cy="162000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  <a:spcAft>
                <a:spcPts val="1200"/>
              </a:spcAft>
            </a:pPr>
            <a:r>
              <a:rPr lang="zh-CN" altLang="en-US" sz="1600" b="1" dirty="0">
                <a:solidFill>
                  <a:schemeClr val="tx1"/>
                </a:solidFill>
              </a:rPr>
              <a:t>创作分享</a:t>
            </a:r>
            <a:endParaRPr lang="en-US" altLang="zh-CN" sz="1600" b="1" dirty="0">
              <a:solidFill>
                <a:schemeClr val="tx1"/>
              </a:solidFill>
            </a:endParaRPr>
          </a:p>
          <a:p>
            <a:pPr algn="ctr">
              <a:lnSpc>
                <a:spcPct val="150000"/>
              </a:lnSpc>
              <a:spcAft>
                <a:spcPts val="1200"/>
              </a:spcAft>
            </a:pPr>
            <a:r>
              <a:rPr lang="zh-CN" altLang="en-US" sz="1200" dirty="0">
                <a:solidFill>
                  <a:schemeClr val="tx1"/>
                </a:solidFill>
              </a:rPr>
              <a:t>二创模板</a:t>
            </a:r>
            <a:endParaRPr lang="en-US" altLang="zh-CN" sz="1200" dirty="0">
              <a:solidFill>
                <a:schemeClr val="tx1"/>
              </a:solidFill>
            </a:endParaRPr>
          </a:p>
          <a:p>
            <a:pPr algn="ctr">
              <a:lnSpc>
                <a:spcPct val="150000"/>
              </a:lnSpc>
              <a:spcAft>
                <a:spcPts val="1200"/>
              </a:spcAft>
            </a:pPr>
            <a:r>
              <a:rPr lang="zh-CN" altLang="en-US" sz="1200" dirty="0">
                <a:solidFill>
                  <a:schemeClr val="tx1"/>
                </a:solidFill>
              </a:rPr>
              <a:t>一键分享</a:t>
            </a:r>
            <a:endParaRPr lang="en-US" altLang="zh-CN" sz="1200" dirty="0">
              <a:solidFill>
                <a:schemeClr val="tx1"/>
              </a:solidFill>
            </a:endParaRPr>
          </a:p>
        </p:txBody>
      </p:sp>
      <p:sp>
        <p:nvSpPr>
          <p:cNvPr id="25" name="Rounded Rectangle 6">
            <a:extLst>
              <a:ext uri="{FF2B5EF4-FFF2-40B4-BE49-F238E27FC236}">
                <a16:creationId xmlns:a16="http://schemas.microsoft.com/office/drawing/2014/main" id="{6B9CAB80-6279-88B4-AA08-D0B329A82D7B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3547124" y="4820703"/>
            <a:ext cx="2160000" cy="72000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1200"/>
              </a:spcAft>
            </a:pPr>
            <a:r>
              <a:rPr lang="zh-CN" altLang="en-US" sz="1200" dirty="0">
                <a:solidFill>
                  <a:schemeClr val="tx1"/>
                </a:solidFill>
              </a:rPr>
              <a:t>任务解锁风格</a:t>
            </a:r>
            <a:endParaRPr lang="en-US" altLang="zh-CN" sz="1200" dirty="0">
              <a:solidFill>
                <a:schemeClr val="tx1"/>
              </a:solidFill>
            </a:endParaRPr>
          </a:p>
          <a:p>
            <a:pPr algn="ctr">
              <a:spcAft>
                <a:spcPts val="1200"/>
              </a:spcAft>
            </a:pPr>
            <a:r>
              <a:rPr lang="zh-CN" altLang="en-US" sz="1200" dirty="0">
                <a:solidFill>
                  <a:schemeClr val="tx1"/>
                </a:solidFill>
              </a:rPr>
              <a:t>运营持续推新玩法</a:t>
            </a:r>
            <a:endParaRPr lang="en-US" altLang="zh-CN" sz="1200" dirty="0">
              <a:solidFill>
                <a:schemeClr val="tx1"/>
              </a:solidFill>
            </a:endParaRPr>
          </a:p>
        </p:txBody>
      </p:sp>
      <p:sp>
        <p:nvSpPr>
          <p:cNvPr id="27" name="Rounded Rectangle 6">
            <a:extLst>
              <a:ext uri="{FF2B5EF4-FFF2-40B4-BE49-F238E27FC236}">
                <a16:creationId xmlns:a16="http://schemas.microsoft.com/office/drawing/2014/main" id="{E53BE85E-55FF-31A6-F085-C9611BDB6D17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2136613" y="1317297"/>
            <a:ext cx="2160000" cy="72000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  <a:spcAft>
                <a:spcPts val="1200"/>
              </a:spcAft>
            </a:pPr>
            <a:r>
              <a:rPr lang="zh-CN" altLang="en-US" sz="1200" dirty="0">
                <a:solidFill>
                  <a:schemeClr val="tx1"/>
                </a:solidFill>
              </a:rPr>
              <a:t>传输后继续下一卷</a:t>
            </a:r>
            <a:endParaRPr lang="en-US" altLang="zh-CN" sz="1200" dirty="0">
              <a:solidFill>
                <a:schemeClr val="tx1"/>
              </a:solidFill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CF38BF30-1B01-6AB6-765B-E023D6EAFDEA}"/>
              </a:ext>
            </a:extLst>
          </p:cNvPr>
          <p:cNvCxnSpPr>
            <a:cxnSpLocks/>
            <a:stCxn id="4" idx="3"/>
            <a:endCxn id="15" idx="1"/>
          </p:cNvCxnSpPr>
          <p:nvPr/>
        </p:nvCxnSpPr>
        <p:spPr>
          <a:xfrm>
            <a:off x="2769371" y="3249000"/>
            <a:ext cx="77775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50B112E3-549B-D8D0-5CE1-38B76D7A4A25}"/>
              </a:ext>
            </a:extLst>
          </p:cNvPr>
          <p:cNvCxnSpPr>
            <a:cxnSpLocks/>
            <a:stCxn id="15" idx="3"/>
            <a:endCxn id="20" idx="1"/>
          </p:cNvCxnSpPr>
          <p:nvPr/>
        </p:nvCxnSpPr>
        <p:spPr>
          <a:xfrm>
            <a:off x="5707124" y="3249000"/>
            <a:ext cx="77775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33662C3C-7BEB-B49A-B58A-E098EB7ABD8A}"/>
              </a:ext>
            </a:extLst>
          </p:cNvPr>
          <p:cNvCxnSpPr>
            <a:cxnSpLocks/>
            <a:stCxn id="20" idx="3"/>
            <a:endCxn id="23" idx="1"/>
          </p:cNvCxnSpPr>
          <p:nvPr/>
        </p:nvCxnSpPr>
        <p:spPr>
          <a:xfrm>
            <a:off x="8644877" y="3249000"/>
            <a:ext cx="77775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217C0D53-45E5-30EA-5834-FA927FF3C795}"/>
              </a:ext>
            </a:extLst>
          </p:cNvPr>
          <p:cNvCxnSpPr>
            <a:stCxn id="15" idx="0"/>
            <a:endCxn id="27" idx="3"/>
          </p:cNvCxnSpPr>
          <p:nvPr/>
        </p:nvCxnSpPr>
        <p:spPr>
          <a:xfrm rot="16200000" flipV="1">
            <a:off x="4081018" y="1892893"/>
            <a:ext cx="761703" cy="330511"/>
          </a:xfrm>
          <a:prstGeom prst="bentConnector2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肘形 40">
            <a:extLst>
              <a:ext uri="{FF2B5EF4-FFF2-40B4-BE49-F238E27FC236}">
                <a16:creationId xmlns:a16="http://schemas.microsoft.com/office/drawing/2014/main" id="{A637E427-B666-CA97-F54D-7D4F89D7BA84}"/>
              </a:ext>
            </a:extLst>
          </p:cNvPr>
          <p:cNvCxnSpPr>
            <a:cxnSpLocks/>
            <a:stCxn id="27" idx="1"/>
            <a:endCxn id="4" idx="0"/>
          </p:cNvCxnSpPr>
          <p:nvPr/>
        </p:nvCxnSpPr>
        <p:spPr>
          <a:xfrm rot="10800000" flipV="1">
            <a:off x="1689371" y="1677296"/>
            <a:ext cx="447242" cy="761703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2E5DD2F1-934D-242C-089C-38D6DDFFCAAC}"/>
              </a:ext>
            </a:extLst>
          </p:cNvPr>
          <p:cNvCxnSpPr>
            <a:stCxn id="15" idx="2"/>
            <a:endCxn id="25" idx="0"/>
          </p:cNvCxnSpPr>
          <p:nvPr/>
        </p:nvCxnSpPr>
        <p:spPr>
          <a:xfrm>
            <a:off x="4627124" y="4059000"/>
            <a:ext cx="0" cy="7617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92378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>
            <a:extLst>
              <a:ext uri="{FF2B5EF4-FFF2-40B4-BE49-F238E27FC236}">
                <a16:creationId xmlns:a16="http://schemas.microsoft.com/office/drawing/2014/main" id="{A5BFD453-D07E-D19E-981A-2CA56B6E0499}"/>
              </a:ext>
            </a:extLst>
          </p:cNvPr>
          <p:cNvSpPr txBox="1">
            <a:spLocks/>
          </p:cNvSpPr>
          <p:nvPr/>
        </p:nvSpPr>
        <p:spPr>
          <a:xfrm>
            <a:off x="838200" y="510908"/>
            <a:ext cx="3909019" cy="480131"/>
          </a:xfrm>
          <a:prstGeom prst="rect">
            <a:avLst/>
          </a:prstGeom>
        </p:spPr>
        <p:txBody>
          <a:bodyPr wrap="none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defRPr>
            </a:lvl1pPr>
          </a:lstStyle>
          <a:p>
            <a:r>
              <a:rPr lang="en-US" altLang="zh-CN" sz="2800" dirty="0">
                <a:latin typeface="+mn-lt"/>
                <a:ea typeface="+mn-ea"/>
                <a:cs typeface="+mn-ea"/>
                <a:sym typeface="+mn-lt"/>
              </a:rPr>
              <a:t>SI-3</a:t>
            </a:r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：验证</a:t>
            </a:r>
            <a:r>
              <a:rPr lang="en-US" altLang="zh-CN" sz="2800" dirty="0">
                <a:latin typeface="+mn-lt"/>
                <a:ea typeface="+mn-ea"/>
                <a:cs typeface="+mn-ea"/>
                <a:sym typeface="+mn-lt"/>
              </a:rPr>
              <a:t>C</a:t>
            </a:r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端业务飞轮</a:t>
            </a:r>
          </a:p>
        </p:txBody>
      </p:sp>
      <p:graphicFrame>
        <p:nvGraphicFramePr>
          <p:cNvPr id="4" name="图示 3">
            <a:extLst>
              <a:ext uri="{FF2B5EF4-FFF2-40B4-BE49-F238E27FC236}">
                <a16:creationId xmlns:a16="http://schemas.microsoft.com/office/drawing/2014/main" id="{0F0EF69C-A5AA-0885-44CD-D5C5784E47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27209088"/>
              </p:ext>
            </p:extLst>
          </p:nvPr>
        </p:nvGraphicFramePr>
        <p:xfrm>
          <a:off x="203201" y="1607435"/>
          <a:ext cx="5528815" cy="442765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文本框 5">
            <a:extLst>
              <a:ext uri="{FF2B5EF4-FFF2-40B4-BE49-F238E27FC236}">
                <a16:creationId xmlns:a16="http://schemas.microsoft.com/office/drawing/2014/main" id="{7AFBC607-0999-F0B2-1497-4A50AD9226B0}"/>
              </a:ext>
            </a:extLst>
          </p:cNvPr>
          <p:cNvSpPr txBox="1"/>
          <p:nvPr/>
        </p:nvSpPr>
        <p:spPr>
          <a:xfrm>
            <a:off x="5644782" y="991039"/>
            <a:ext cx="6180273" cy="28777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  <a:spcAft>
                <a:spcPts val="1200"/>
              </a:spcAft>
              <a:defRPr/>
            </a:pPr>
            <a:r>
              <a:rPr lang="zh-CN" altLang="en-US" sz="1400" b="1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飞轮纪律</a:t>
            </a:r>
            <a:endParaRPr lang="en-US" altLang="zh-CN" sz="1400" b="1" dirty="0"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R="0" lvl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defRPr/>
            </a:pPr>
            <a:r>
              <a:rPr lang="zh-CN" altLang="en-US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飞轮静止质量很大，转起来费劲，但一旦转起来，每加一点力都会越转越快，反向的力也一样被放大。</a:t>
            </a:r>
            <a:endParaRPr lang="en-US" altLang="zh-CN" sz="1400" dirty="0"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285750" marR="0" lvl="0" indent="-285750" algn="l" defTabSz="914400" rtl="0" eaLnBrk="1" fontAlgn="auto" latinLnBrk="0" hangingPunct="1"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降价：引入比价人群、价格回不去、破坏品牌资产。三输。</a:t>
            </a:r>
            <a:endParaRPr lang="en-US" altLang="zh-CN" sz="1400" dirty="0"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285750" marR="0" lvl="0" indent="-285750" algn="l" defTabSz="914400" rtl="0" eaLnBrk="1" fontAlgn="auto" latinLnBrk="0" hangingPunct="1"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砍体验：飞轮起点坍塌、后续声量、销量全部失去启动力。</a:t>
            </a:r>
            <a:endParaRPr lang="en-US" altLang="zh-CN" sz="1400" dirty="0"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285750" marR="0" lvl="0" indent="-285750" algn="l" defTabSz="914400" rtl="0" eaLnBrk="1" fontAlgn="auto" latinLnBrk="0" hangingPunct="1"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sz="14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砍投放：结合品牌实际情况和新品类，自然流量小。声量大部分来自主动投放，停投即可能直接断流。</a:t>
            </a:r>
            <a:endParaRPr lang="en-US" altLang="zh-CN" sz="1400" dirty="0"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R="0" lvl="0" algn="l" defTabSz="914400" rtl="0" eaLnBrk="1" fontAlgn="auto" latinLnBrk="0" hangingPunct="1">
              <a:spcBef>
                <a:spcPts val="0"/>
              </a:spcBef>
              <a:spcAft>
                <a:spcPts val="1200"/>
              </a:spcAft>
              <a:buClrTx/>
              <a:buSzTx/>
              <a:defRPr/>
            </a:pPr>
            <a:r>
              <a:rPr lang="zh-CN" altLang="en-US" sz="11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汉印：外观迭代、售价留空间（营销活动余地）、认准方向坚持投入。把</a:t>
            </a:r>
            <a:r>
              <a:rPr lang="en-US" altLang="zh-CN" sz="11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1%</a:t>
            </a:r>
            <a:r>
              <a:rPr lang="zh-CN" altLang="en-US" sz="11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慢慢变成</a:t>
            </a:r>
            <a:r>
              <a:rPr lang="en-US" altLang="zh-CN" sz="11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3%</a:t>
            </a:r>
            <a:r>
              <a:rPr lang="zh-CN" altLang="en-US" sz="1100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。</a:t>
            </a:r>
            <a:endParaRPr lang="en-US" altLang="zh-CN" sz="1100" dirty="0"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8F44FF5-974B-1BE5-3F0A-E3658AD70F66}"/>
              </a:ext>
            </a:extLst>
          </p:cNvPr>
          <p:cNvSpPr txBox="1"/>
          <p:nvPr/>
        </p:nvSpPr>
        <p:spPr>
          <a:xfrm>
            <a:off x="5644782" y="4025525"/>
            <a:ext cx="6094520" cy="378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  <a:spcAft>
                <a:spcPts val="1200"/>
              </a:spcAft>
              <a:defRPr/>
            </a:pPr>
            <a:r>
              <a:rPr lang="zh-CN" altLang="en-US" sz="1400" b="1" dirty="0"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从预算到销量的漏斗数学</a:t>
            </a:r>
            <a:endParaRPr lang="en-US" altLang="zh-CN" sz="1400" b="1" dirty="0"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  <p:graphicFrame>
        <p:nvGraphicFramePr>
          <p:cNvPr id="21" name="表格 20">
            <a:extLst>
              <a:ext uri="{FF2B5EF4-FFF2-40B4-BE49-F238E27FC236}">
                <a16:creationId xmlns:a16="http://schemas.microsoft.com/office/drawing/2014/main" id="{3DA1E1AB-329D-5383-D0B6-FF17DC2EEF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3648681"/>
              </p:ext>
            </p:extLst>
          </p:nvPr>
        </p:nvGraphicFramePr>
        <p:xfrm>
          <a:off x="5644782" y="4404411"/>
          <a:ext cx="6180273" cy="1630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201">
                  <a:extLst>
                    <a:ext uri="{9D8B030D-6E8A-4147-A177-3AD203B41FA5}">
                      <a16:colId xmlns:a16="http://schemas.microsoft.com/office/drawing/2014/main" val="2308521187"/>
                    </a:ext>
                  </a:extLst>
                </a:gridCol>
                <a:gridCol w="3986072">
                  <a:extLst>
                    <a:ext uri="{9D8B030D-6E8A-4147-A177-3AD203B41FA5}">
                      <a16:colId xmlns:a16="http://schemas.microsoft.com/office/drawing/2014/main" val="2757966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+mn-ea"/>
                          <a:ea typeface="+mn-ea"/>
                        </a:rPr>
                        <a:t>6</a:t>
                      </a:r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个月销售费用预算</a:t>
                      </a:r>
                      <a:r>
                        <a:rPr lang="en-US" altLang="zh-CN" sz="1400" b="1" dirty="0">
                          <a:latin typeface="+mn-ea"/>
                          <a:ea typeface="+mn-ea"/>
                        </a:rPr>
                        <a:t>168</a:t>
                      </a:r>
                      <a:r>
                        <a:rPr lang="zh-CN" altLang="en-US" sz="1400" b="1" dirty="0">
                          <a:latin typeface="+mn-ea"/>
                          <a:ea typeface="+mn-ea"/>
                        </a:rPr>
                        <a:t>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销售费用</a:t>
                      </a:r>
                      <a:r>
                        <a:rPr lang="en-US" altLang="zh-CN" sz="1400" dirty="0">
                          <a:latin typeface="+mn-ea"/>
                          <a:ea typeface="+mn-ea"/>
                        </a:rPr>
                        <a:t>30%</a:t>
                      </a:r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的八成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21522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+mn-ea"/>
                          <a:ea typeface="+mn-ea"/>
                        </a:rPr>
                        <a:t>÷ CPM 42 = </a:t>
                      </a:r>
                      <a:r>
                        <a:rPr lang="en-US" altLang="zh-CN" sz="1400" b="1" dirty="0">
                          <a:latin typeface="+mn-ea"/>
                          <a:ea typeface="+mn-ea"/>
                        </a:rPr>
                        <a:t>4000</a:t>
                      </a:r>
                      <a:r>
                        <a:rPr lang="zh-CN" altLang="en-US" sz="1400" b="1" dirty="0">
                          <a:latin typeface="+mn-ea"/>
                          <a:ea typeface="+mn-ea"/>
                        </a:rPr>
                        <a:t>万曝光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极印约</a:t>
                      </a:r>
                      <a:r>
                        <a:rPr lang="en-US" altLang="zh-CN" sz="1400" dirty="0">
                          <a:latin typeface="+mn-ea"/>
                          <a:ea typeface="+mn-ea"/>
                        </a:rPr>
                        <a:t>37.6</a:t>
                      </a:r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（站外）</a:t>
                      </a:r>
                      <a:r>
                        <a:rPr lang="en-US" altLang="zh-CN" sz="1400" dirty="0">
                          <a:latin typeface="+mn-ea"/>
                          <a:ea typeface="+mn-ea"/>
                        </a:rPr>
                        <a:t>/ 45.2</a:t>
                      </a:r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（站内）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02920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+mn-ea"/>
                          <a:ea typeface="+mn-ea"/>
                        </a:rPr>
                        <a:t>* CTR 2.3% = </a:t>
                      </a:r>
                      <a:r>
                        <a:rPr lang="en-US" altLang="zh-CN" sz="1400" b="1" dirty="0">
                          <a:latin typeface="+mn-ea"/>
                          <a:ea typeface="+mn-ea"/>
                        </a:rPr>
                        <a:t>92</a:t>
                      </a:r>
                      <a:r>
                        <a:rPr lang="zh-CN" altLang="en-US" sz="1400" b="1" dirty="0">
                          <a:latin typeface="+mn-ea"/>
                          <a:ea typeface="+mn-ea"/>
                        </a:rPr>
                        <a:t>万点击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+mn-ea"/>
                          <a:ea typeface="+mn-ea"/>
                        </a:rPr>
                        <a:t>S1</a:t>
                      </a:r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实测为</a:t>
                      </a:r>
                      <a:r>
                        <a:rPr lang="en-US" altLang="zh-CN" sz="1400" dirty="0">
                          <a:latin typeface="+mn-ea"/>
                          <a:ea typeface="+mn-ea"/>
                        </a:rPr>
                        <a:t>2.14%</a:t>
                      </a:r>
                      <a:endParaRPr lang="zh-CN" altLang="en-US" sz="1400" dirty="0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43819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+mn-ea"/>
                          <a:ea typeface="+mn-ea"/>
                        </a:rPr>
                        <a:t>* CVR 1.6% = </a:t>
                      </a:r>
                      <a:r>
                        <a:rPr lang="en-US" altLang="zh-CN" sz="1400" b="1" dirty="0">
                          <a:latin typeface="+mn-ea"/>
                          <a:ea typeface="+mn-ea"/>
                        </a:rPr>
                        <a:t>1.47</a:t>
                      </a:r>
                      <a:r>
                        <a:rPr lang="zh-CN" altLang="en-US" sz="1400" b="1" dirty="0">
                          <a:latin typeface="+mn-ea"/>
                          <a:ea typeface="+mn-ea"/>
                        </a:rPr>
                        <a:t>万销量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+mn-ea"/>
                          <a:ea typeface="+mn-ea"/>
                        </a:rPr>
                        <a:t>S1</a:t>
                      </a:r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实测</a:t>
                      </a:r>
                      <a:r>
                        <a:rPr lang="en-US" altLang="zh-CN" sz="1400" dirty="0">
                          <a:latin typeface="+mn-ea"/>
                          <a:ea typeface="+mn-ea"/>
                        </a:rPr>
                        <a:t>0.98%</a:t>
                      </a:r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，</a:t>
                      </a:r>
                      <a:r>
                        <a:rPr lang="en-US" altLang="zh-CN" sz="1400" dirty="0">
                          <a:latin typeface="+mn-ea"/>
                          <a:ea typeface="+mn-ea"/>
                        </a:rPr>
                        <a:t>N2 3.27%</a:t>
                      </a:r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印证价位弹性。</a:t>
                      </a:r>
                      <a:endParaRPr lang="en-US" altLang="zh-CN" sz="1400" dirty="0">
                        <a:latin typeface="+mn-ea"/>
                        <a:ea typeface="+mn-ea"/>
                      </a:endParaRPr>
                    </a:p>
                    <a:p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全年</a:t>
                      </a:r>
                      <a:r>
                        <a:rPr lang="en-US" altLang="zh-CN" sz="1400" dirty="0">
                          <a:latin typeface="+mn-ea"/>
                          <a:ea typeface="+mn-ea"/>
                        </a:rPr>
                        <a:t>2.94</a:t>
                      </a:r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万台。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2319136"/>
                  </a:ext>
                </a:extLst>
              </a:tr>
            </a:tbl>
          </a:graphicData>
        </a:graphic>
      </p:graphicFrame>
      <p:sp>
        <p:nvSpPr>
          <p:cNvPr id="23" name="星形: 五角 22">
            <a:extLst>
              <a:ext uri="{FF2B5EF4-FFF2-40B4-BE49-F238E27FC236}">
                <a16:creationId xmlns:a16="http://schemas.microsoft.com/office/drawing/2014/main" id="{BA7A70CF-9941-462A-AA7A-8A0EEEB6BB28}"/>
              </a:ext>
            </a:extLst>
          </p:cNvPr>
          <p:cNvSpPr/>
          <p:nvPr/>
        </p:nvSpPr>
        <p:spPr>
          <a:xfrm>
            <a:off x="2404648" y="1478536"/>
            <a:ext cx="346229" cy="329283"/>
          </a:xfrm>
          <a:prstGeom prst="star5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77997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3104B19-24F5-006D-DB6C-F9F5679E5B80}"/>
              </a:ext>
            </a:extLst>
          </p:cNvPr>
          <p:cNvSpPr txBox="1">
            <a:spLocks/>
          </p:cNvSpPr>
          <p:nvPr/>
        </p:nvSpPr>
        <p:spPr>
          <a:xfrm>
            <a:off x="838200" y="510908"/>
            <a:ext cx="4248279" cy="480131"/>
          </a:xfrm>
          <a:prstGeom prst="rect">
            <a:avLst/>
          </a:prstGeom>
        </p:spPr>
        <p:txBody>
          <a:bodyPr wrap="none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defRPr>
            </a:lvl1pPr>
          </a:lstStyle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小米 </a:t>
            </a:r>
            <a:r>
              <a:rPr lang="en-US" altLang="zh-CN" sz="2800" dirty="0">
                <a:latin typeface="+mn-lt"/>
                <a:ea typeface="+mn-ea"/>
                <a:cs typeface="+mn-ea"/>
                <a:sym typeface="+mn-lt"/>
              </a:rPr>
              <a:t>– </a:t>
            </a:r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极印 产品定义变化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AD8826AE-7656-80A4-A17F-9180D28B53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2229" y="2410894"/>
            <a:ext cx="4072424" cy="2036212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38961DF9-ABCB-3301-D654-B4FF261F8E71}"/>
              </a:ext>
            </a:extLst>
          </p:cNvPr>
          <p:cNvSpPr txBox="1"/>
          <p:nvPr/>
        </p:nvSpPr>
        <p:spPr>
          <a:xfrm>
            <a:off x="441964" y="1417492"/>
            <a:ext cx="4769133" cy="4672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defRPr/>
            </a:pPr>
            <a:r>
              <a:rPr lang="zh-CN" altLang="en-US" sz="1400" b="1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硬件：</a:t>
            </a:r>
            <a:endParaRPr lang="en-US" altLang="zh-CN" sz="1400" b="1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AutoNum type="arabicPeriod"/>
              <a:defRPr/>
            </a:pP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取消与米系口袋硬件联动，取消经典蓝牙模块需求；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AutoNum type="arabicPeriod"/>
              <a:defRPr/>
            </a:pPr>
            <a:r>
              <a:rPr lang="zh-CN" altLang="en-US" sz="140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取消日期戳功能所需纽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扣电池；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AutoNum type="arabicPeriod"/>
              <a:defRPr/>
            </a:pP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保留原“打印键”，定义为“功能键”；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AutoNum type="arabicPeriod"/>
              <a:defRPr/>
            </a:pP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原发光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88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屏改为无背光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88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屏；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AutoNum type="arabicPeriod"/>
              <a:defRPr/>
            </a:pP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变更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Type-C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充电口位置；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AutoNum type="arabicPeriod"/>
              <a:defRPr/>
            </a:pP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ID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及</a:t>
            </a:r>
            <a:r>
              <a:rPr lang="en-US" altLang="zh-CN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CMF</a:t>
            </a: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调整；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R="0" lvl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defRPr/>
            </a:pPr>
            <a:r>
              <a:rPr lang="zh-CN" altLang="en-US" sz="1400" b="1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软件：</a:t>
            </a:r>
            <a:endParaRPr lang="en-US" altLang="zh-CN" sz="1400" b="1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AutoNum type="arabicPeriod"/>
              <a:defRPr/>
            </a:pP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暗房照片列表和单图浏览支持联动极印照片打印机；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AutoNum type="arabicPeriod"/>
              <a:defRPr/>
            </a:pPr>
            <a:r>
              <a:rPr lang="zh-CN" altLang="en-US" sz="1400" dirty="0">
                <a:solidFill>
                  <a:srgbClr val="000000"/>
                </a:solidFill>
                <a:latin typeface="微软雅黑 Light" panose="020B0502040204020203" charset="-122"/>
                <a:ea typeface="微软雅黑 Light" panose="020B0502040204020203" charset="-122"/>
                <a:cs typeface="+mn-ea"/>
                <a:sym typeface="+mn-lt"/>
              </a:rPr>
              <a:t>日期戳默认为关；</a:t>
            </a:r>
            <a:endParaRPr lang="en-US" altLang="zh-CN" sz="1400" dirty="0">
              <a:solidFill>
                <a:srgbClr val="000000"/>
              </a:solidFill>
              <a:latin typeface="微软雅黑 Light" panose="020B0502040204020203" charset="-122"/>
              <a:ea typeface="微软雅黑 Light" panose="020B0502040204020203" charset="-122"/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47158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dirty="0"/>
              <a:t>市场与用户洞察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/>
              <a:t>复古经济、情绪价值、目标人群、竞品分析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/>
          <p:cNvSpPr>
            <a:spLocks noGrp="1"/>
          </p:cNvSpPr>
          <p:nvPr>
            <p:ph type="title"/>
          </p:nvPr>
        </p:nvSpPr>
        <p:spPr>
          <a:xfrm>
            <a:off x="838200" y="510908"/>
            <a:ext cx="4852610" cy="480131"/>
          </a:xfrm>
        </p:spPr>
        <p:txBody>
          <a:bodyPr wrap="none">
            <a:spAutoFit/>
          </a:bodyPr>
          <a:lstStyle/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复古经济与情绪价值双轮驱动</a:t>
            </a:r>
          </a:p>
        </p:txBody>
      </p:sp>
      <p:sp>
        <p:nvSpPr>
          <p:cNvPr id="6" name="Rounded Rectangle 5"/>
          <p:cNvSpPr/>
          <p:nvPr>
            <p:custDataLst>
              <p:tags r:id="rId1"/>
            </p:custDataLst>
          </p:nvPr>
        </p:nvSpPr>
        <p:spPr>
          <a:xfrm>
            <a:off x="731520" y="1280160"/>
            <a:ext cx="3474720" cy="2560320"/>
          </a:xfrm>
          <a:prstGeom prst="roundRect">
            <a:avLst>
              <a:gd name="adj" fmla="val 0"/>
            </a:avLst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>
            <p:custDataLst>
              <p:tags r:id="rId2"/>
            </p:custDataLst>
          </p:nvPr>
        </p:nvSpPr>
        <p:spPr>
          <a:xfrm>
            <a:off x="1005840" y="1554480"/>
            <a:ext cx="29260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800" b="1">
                <a:solidFill>
                  <a:schemeClr val="bg1"/>
                </a:solidFill>
                <a:latin typeface="Segoe UI" panose="020B0502040204020203"/>
              </a:rPr>
              <a:t>3552亿</a:t>
            </a:r>
            <a:r>
              <a:rPr sz="2000" b="0">
                <a:solidFill>
                  <a:schemeClr val="bg1"/>
                </a:solidFill>
                <a:latin typeface="微软雅黑" panose="020B0503020204020204" charset="-122"/>
              </a:rPr>
              <a:t>元</a:t>
            </a:r>
          </a:p>
        </p:txBody>
      </p:sp>
      <p:sp>
        <p:nvSpPr>
          <p:cNvPr id="8" name="TextBox 7"/>
          <p:cNvSpPr txBox="1"/>
          <p:nvPr>
            <p:custDataLst>
              <p:tags r:id="rId3"/>
            </p:custDataLst>
          </p:nvPr>
        </p:nvSpPr>
        <p:spPr>
          <a:xfrm>
            <a:off x="1005840" y="2560320"/>
            <a:ext cx="292608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>
                <a:solidFill>
                  <a:schemeClr val="bg1"/>
                </a:solidFill>
              </a:rPr>
              <a:t>2025年中国复古经济市场规模</a:t>
            </a:r>
            <a:br>
              <a:rPr>
                <a:solidFill>
                  <a:schemeClr val="bg1"/>
                </a:solidFill>
              </a:rPr>
            </a:br>
            <a:r>
              <a:rPr>
                <a:solidFill>
                  <a:schemeClr val="bg1"/>
                </a:solidFill>
              </a:rPr>
              <a:t>同比增长12%，预计2030年达5880亿</a:t>
            </a:r>
          </a:p>
        </p:txBody>
      </p:sp>
      <p:sp>
        <p:nvSpPr>
          <p:cNvPr id="5" name="Rounded Rectangle 8"/>
          <p:cNvSpPr/>
          <p:nvPr>
            <p:custDataLst>
              <p:tags r:id="rId4"/>
            </p:custDataLst>
          </p:nvPr>
        </p:nvSpPr>
        <p:spPr>
          <a:xfrm>
            <a:off x="4480559" y="1280160"/>
            <a:ext cx="3474720" cy="2560320"/>
          </a:xfrm>
          <a:prstGeom prst="roundRect">
            <a:avLst>
              <a:gd name="adj" fmla="val 0"/>
            </a:avLst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>
            <p:custDataLst>
              <p:tags r:id="rId5"/>
            </p:custDataLst>
          </p:nvPr>
        </p:nvSpPr>
        <p:spPr>
          <a:xfrm>
            <a:off x="4754879" y="1554480"/>
            <a:ext cx="29260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800" b="1">
                <a:solidFill>
                  <a:schemeClr val="bg1"/>
                </a:solidFill>
                <a:latin typeface="Segoe UI" panose="020B0502040204020203"/>
              </a:rPr>
              <a:t>56%</a:t>
            </a:r>
          </a:p>
        </p:txBody>
      </p:sp>
      <p:sp>
        <p:nvSpPr>
          <p:cNvPr id="11" name="TextBox 10"/>
          <p:cNvSpPr txBox="1"/>
          <p:nvPr>
            <p:custDataLst>
              <p:tags r:id="rId6"/>
            </p:custDataLst>
          </p:nvPr>
        </p:nvSpPr>
        <p:spPr>
          <a:xfrm>
            <a:off x="4754879" y="2560320"/>
            <a:ext cx="292608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>
                <a:solidFill>
                  <a:schemeClr val="bg1"/>
                </a:solidFill>
              </a:rPr>
              <a:t>Z世代愿为情绪价值买单</a:t>
            </a:r>
            <a:br>
              <a:rPr>
                <a:solidFill>
                  <a:schemeClr val="bg1"/>
                </a:solidFill>
              </a:rPr>
            </a:br>
            <a:r>
              <a:rPr>
                <a:solidFill>
                  <a:schemeClr val="bg1"/>
                </a:solidFill>
              </a:rPr>
              <a:t>较2024年增长16个百分点</a:t>
            </a:r>
          </a:p>
        </p:txBody>
      </p:sp>
      <p:sp>
        <p:nvSpPr>
          <p:cNvPr id="12" name="Rounded Rectangle 11"/>
          <p:cNvSpPr/>
          <p:nvPr>
            <p:custDataLst>
              <p:tags r:id="rId7"/>
            </p:custDataLst>
          </p:nvPr>
        </p:nvSpPr>
        <p:spPr>
          <a:xfrm>
            <a:off x="8229599" y="1280160"/>
            <a:ext cx="3474720" cy="2560320"/>
          </a:xfrm>
          <a:prstGeom prst="roundRect">
            <a:avLst>
              <a:gd name="adj" fmla="val 0"/>
            </a:avLst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>
            <p:custDataLst>
              <p:tags r:id="rId8"/>
            </p:custDataLst>
          </p:nvPr>
        </p:nvSpPr>
        <p:spPr>
          <a:xfrm>
            <a:off x="8503919" y="1554480"/>
            <a:ext cx="29260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800" b="1">
                <a:solidFill>
                  <a:schemeClr val="bg1"/>
                </a:solidFill>
                <a:latin typeface="Segoe UI" panose="020B0502040204020203"/>
              </a:rPr>
              <a:t>1350%</a:t>
            </a:r>
          </a:p>
        </p:txBody>
      </p:sp>
      <p:sp>
        <p:nvSpPr>
          <p:cNvPr id="14" name="TextBox 13"/>
          <p:cNvSpPr txBox="1"/>
          <p:nvPr>
            <p:custDataLst>
              <p:tags r:id="rId9"/>
            </p:custDataLst>
          </p:nvPr>
        </p:nvSpPr>
        <p:spPr>
          <a:xfrm>
            <a:off x="8503919" y="2560320"/>
            <a:ext cx="292608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>
                <a:solidFill>
                  <a:schemeClr val="bg1"/>
                </a:solidFill>
              </a:rPr>
              <a:t>胶片摄影在小红书搜索量增长</a:t>
            </a:r>
            <a:br>
              <a:rPr>
                <a:solidFill>
                  <a:schemeClr val="bg1"/>
                </a:solidFill>
              </a:rPr>
            </a:br>
            <a:r>
              <a:rPr>
                <a:solidFill>
                  <a:schemeClr val="bg1"/>
                </a:solidFill>
              </a:rPr>
              <a:t>远超大品类增速，需求信号明确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11480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900"/>
              </a:lnSpc>
              <a:defRPr sz="1600" b="1">
                <a:solidFill>
                  <a:srgbClr val="E8A838"/>
                </a:solidFill>
                <a:latin typeface="微软雅黑" panose="020B0503020204020204" charset="-122"/>
              </a:defRPr>
            </a:pPr>
            <a:r>
              <a:rPr>
                <a:solidFill>
                  <a:schemeClr val="tx1"/>
                </a:solidFill>
                <a:latin typeface="+mn-ea"/>
              </a:rPr>
              <a:t>已有产品验证市场需求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526280"/>
            <a:ext cx="10515600" cy="201168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400">
                <a:solidFill>
                  <a:schemeClr val="tx1"/>
                </a:solidFill>
                <a:latin typeface="+mn-ea"/>
                <a:cs typeface="+mn-ea"/>
              </a:rPr>
              <a:t>富士 Instax Pal：销量比预期高出三成，全球拍立得累计突破1亿台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400">
                <a:solidFill>
                  <a:schemeClr val="tx1"/>
                </a:solidFill>
                <a:latin typeface="+mn-ea"/>
                <a:cs typeface="+mn-ea"/>
              </a:rPr>
              <a:t>柯达 Charmera：“盲盒潮玩+可挂时尚”在年轻女性中引发热潮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400">
                <a:solidFill>
                  <a:schemeClr val="tx1"/>
                </a:solidFill>
                <a:latin typeface="+mn-ea"/>
                <a:cs typeface="+mn-ea"/>
              </a:rPr>
              <a:t>DazzCam/NOMO/FIMO：用户愿为复古胶片感付费，风格化摄影需求真实存在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400">
                <a:solidFill>
                  <a:schemeClr val="tx1"/>
                </a:solidFill>
                <a:latin typeface="+mn-ea"/>
                <a:cs typeface="+mn-ea"/>
              </a:rPr>
              <a:t>Flashback One35 V2：仪式感+数码戒断+盲盒心理驱动购买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图片 52" descr="collage_ppt_b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5" name="标题 1"/>
          <p:cNvSpPr>
            <a:spLocks noGrp="1"/>
          </p:cNvSpPr>
          <p:nvPr>
            <p:ph type="title"/>
          </p:nvPr>
        </p:nvSpPr>
        <p:spPr>
          <a:xfrm>
            <a:off x="838200" y="511896"/>
            <a:ext cx="2316480" cy="478155"/>
          </a:xfrm>
        </p:spPr>
        <p:txBody>
          <a:bodyPr wrap="none">
            <a:spAutoFit/>
          </a:bodyPr>
          <a:lstStyle/>
          <a:p>
            <a:pPr algn="l"/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核心目标人群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/>
          <p:cNvSpPr>
            <a:spLocks noGrp="1"/>
          </p:cNvSpPr>
          <p:nvPr>
            <p:ph type="title"/>
          </p:nvPr>
        </p:nvSpPr>
        <p:spPr>
          <a:xfrm>
            <a:off x="838200" y="511896"/>
            <a:ext cx="2316480" cy="478155"/>
          </a:xfrm>
        </p:spPr>
        <p:txBody>
          <a:bodyPr wrap="none">
            <a:spAutoFit/>
          </a:bodyPr>
          <a:lstStyle/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核心目标人群</a:t>
            </a:r>
          </a:p>
        </p:txBody>
      </p:sp>
      <p:sp>
        <p:nvSpPr>
          <p:cNvPr id="2" name="TextBox 5"/>
          <p:cNvSpPr txBox="1"/>
          <p:nvPr/>
        </p:nvSpPr>
        <p:spPr>
          <a:xfrm>
            <a:off x="731520" y="4322445"/>
            <a:ext cx="10515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200"/>
              </a:lnSpc>
              <a:defRPr sz="15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sz="1600">
                <a:solidFill>
                  <a:schemeClr val="tx1"/>
                </a:solidFill>
              </a:rPr>
              <a:t>“热爱氛围感的年轻潮人”——</a:t>
            </a:r>
            <a:r>
              <a:rPr lang="en-US" sz="1600">
                <a:solidFill>
                  <a:schemeClr val="tx1"/>
                </a:solidFill>
              </a:rPr>
              <a:t> </a:t>
            </a:r>
            <a:r>
              <a:rPr sz="1600">
                <a:solidFill>
                  <a:schemeClr val="tx1"/>
                </a:solidFill>
              </a:rPr>
              <a:t>她们</a:t>
            </a:r>
            <a:r>
              <a:rPr sz="1600" b="1">
                <a:solidFill>
                  <a:srgbClr val="FF0000"/>
                </a:solidFill>
              </a:rPr>
              <a:t>不是</a:t>
            </a:r>
            <a:r>
              <a:rPr sz="1600">
                <a:solidFill>
                  <a:schemeClr val="tx1"/>
                </a:solidFill>
              </a:rPr>
              <a:t>追求</a:t>
            </a:r>
            <a:r>
              <a:rPr sz="1600" b="1">
                <a:solidFill>
                  <a:srgbClr val="FF0000"/>
                </a:solidFill>
              </a:rPr>
              <a:t>技术和画质</a:t>
            </a:r>
            <a:r>
              <a:rPr sz="1600">
                <a:solidFill>
                  <a:schemeClr val="tx1"/>
                </a:solidFill>
              </a:rPr>
              <a:t>的摄影发烧友，而</a:t>
            </a:r>
            <a:r>
              <a:rPr sz="1600" b="1">
                <a:solidFill>
                  <a:srgbClr val="00B050"/>
                </a:solidFill>
              </a:rPr>
              <a:t>是</a:t>
            </a:r>
            <a:r>
              <a:rPr sz="1600">
                <a:solidFill>
                  <a:schemeClr val="tx1"/>
                </a:solidFill>
              </a:rPr>
              <a:t>为</a:t>
            </a:r>
            <a:r>
              <a:rPr sz="1600" b="1">
                <a:solidFill>
                  <a:srgbClr val="00B050"/>
                </a:solidFill>
              </a:rPr>
              <a:t>情绪价值</a:t>
            </a:r>
            <a:r>
              <a:rPr sz="1600">
                <a:solidFill>
                  <a:schemeClr val="tx1"/>
                </a:solidFill>
              </a:rPr>
              <a:t>买单的年轻潮人。</a:t>
            </a:r>
            <a:br>
              <a:rPr sz="1600">
                <a:solidFill>
                  <a:schemeClr val="tx1"/>
                </a:solidFill>
              </a:rPr>
            </a:br>
            <a:r>
              <a:rPr sz="1600">
                <a:solidFill>
                  <a:schemeClr val="tx1"/>
                </a:solidFill>
              </a:rPr>
              <a:t>对她们来说，“好玩”和“好看”的重要性远超“专业”和“精准”。</a:t>
            </a:r>
          </a:p>
        </p:txBody>
      </p:sp>
      <p:sp>
        <p:nvSpPr>
          <p:cNvPr id="4" name="Rounded Rectangle 6"/>
          <p:cNvSpPr/>
          <p:nvPr>
            <p:custDataLst>
              <p:tags r:id="rId1"/>
            </p:custDataLst>
          </p:nvPr>
        </p:nvSpPr>
        <p:spPr>
          <a:xfrm>
            <a:off x="805815" y="1917700"/>
            <a:ext cx="2160000" cy="1440000"/>
          </a:xfrm>
          <a:prstGeom prst="roundRect">
            <a:avLst>
              <a:gd name="adj" fmla="val 0"/>
            </a:avLst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7"/>
          <p:cNvSpPr txBox="1"/>
          <p:nvPr>
            <p:custDataLst>
              <p:tags r:id="rId2"/>
            </p:custDataLst>
          </p:nvPr>
        </p:nvSpPr>
        <p:spPr>
          <a:xfrm>
            <a:off x="805815" y="1917700"/>
            <a:ext cx="2159635" cy="537845"/>
          </a:xfrm>
          <a:prstGeom prst="rect">
            <a:avLst/>
          </a:prstGeom>
          <a:noFill/>
        </p:spPr>
        <p:txBody>
          <a:bodyPr wrap="square" anchor="ctr" anchorCtr="0"/>
          <a:lstStyle/>
          <a:p>
            <a:pPr algn="ctr">
              <a:lnSpc>
                <a:spcPct val="150000"/>
              </a:lnSpc>
              <a:defRPr sz="1600" b="1">
                <a:solidFill>
                  <a:srgbClr val="38C8B8"/>
                </a:solidFill>
                <a:latin typeface="微软雅黑" panose="020B0503020204020204" charset="-122"/>
              </a:defRPr>
            </a:pPr>
            <a:r>
              <a:rPr lang="en-US" altLang="zh-CN">
                <a:solidFill>
                  <a:schemeClr val="bg1"/>
                </a:solidFill>
              </a:rPr>
              <a:t>1. </a:t>
            </a:r>
            <a:r>
              <a:rPr lang="zh-CN" altLang="en-US">
                <a:solidFill>
                  <a:schemeClr val="bg1"/>
                </a:solidFill>
              </a:rPr>
              <a:t>痛点</a:t>
            </a:r>
          </a:p>
        </p:txBody>
      </p:sp>
      <p:sp>
        <p:nvSpPr>
          <p:cNvPr id="18" name="TextBox 8"/>
          <p:cNvSpPr txBox="1"/>
          <p:nvPr>
            <p:custDataLst>
              <p:tags r:id="rId3"/>
            </p:custDataLst>
          </p:nvPr>
        </p:nvSpPr>
        <p:spPr>
          <a:xfrm>
            <a:off x="805815" y="5053965"/>
            <a:ext cx="10193020" cy="922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200">
                <a:solidFill>
                  <a:schemeClr val="tx1"/>
                </a:solidFill>
                <a:latin typeface="+mn-ea"/>
              </a:rPr>
              <a:t>活跃于小红书、抖音等社交平台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200">
                <a:solidFill>
                  <a:schemeClr val="tx1"/>
                </a:solidFill>
                <a:latin typeface="+mn-ea"/>
              </a:rPr>
              <a:t>对复古文化、胶片质感有强烈好奇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sz="1200">
                <a:solidFill>
                  <a:schemeClr val="tx1"/>
                </a:solidFill>
                <a:latin typeface="+mn-ea"/>
              </a:rPr>
              <a:t>预算有限，但对新鲜事物充满好奇</a:t>
            </a:r>
          </a:p>
        </p:txBody>
      </p:sp>
      <p:sp>
        <p:nvSpPr>
          <p:cNvPr id="19" name="Rounded Rectangle 9"/>
          <p:cNvSpPr/>
          <p:nvPr>
            <p:custDataLst>
              <p:tags r:id="rId4"/>
            </p:custDataLst>
          </p:nvPr>
        </p:nvSpPr>
        <p:spPr>
          <a:xfrm>
            <a:off x="3483609" y="1917700"/>
            <a:ext cx="2160000" cy="1440000"/>
          </a:xfrm>
          <a:prstGeom prst="roundRect">
            <a:avLst>
              <a:gd name="adj" fmla="val 0"/>
            </a:avLst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12"/>
          <p:cNvSpPr/>
          <p:nvPr>
            <p:custDataLst>
              <p:tags r:id="rId5"/>
            </p:custDataLst>
          </p:nvPr>
        </p:nvSpPr>
        <p:spPr>
          <a:xfrm>
            <a:off x="8839199" y="1917700"/>
            <a:ext cx="2160000" cy="1440000"/>
          </a:xfrm>
          <a:prstGeom prst="roundRect">
            <a:avLst>
              <a:gd name="adj" fmla="val 0"/>
            </a:avLst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9"/>
          <p:cNvSpPr/>
          <p:nvPr>
            <p:custDataLst>
              <p:tags r:id="rId6"/>
            </p:custDataLst>
          </p:nvPr>
        </p:nvSpPr>
        <p:spPr>
          <a:xfrm>
            <a:off x="6161404" y="1917700"/>
            <a:ext cx="2160000" cy="1440000"/>
          </a:xfrm>
          <a:prstGeom prst="roundRect">
            <a:avLst>
              <a:gd name="adj" fmla="val 0"/>
            </a:avLst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7"/>
          <p:cNvSpPr txBox="1"/>
          <p:nvPr>
            <p:custDataLst>
              <p:tags r:id="rId7"/>
            </p:custDataLst>
          </p:nvPr>
        </p:nvSpPr>
        <p:spPr>
          <a:xfrm>
            <a:off x="806450" y="2455545"/>
            <a:ext cx="2159635" cy="902335"/>
          </a:xfrm>
          <a:prstGeom prst="rect">
            <a:avLst/>
          </a:prstGeom>
          <a:noFill/>
        </p:spPr>
        <p:txBody>
          <a:bodyPr wrap="square" anchor="ctr" anchorCtr="0"/>
          <a:lstStyle/>
          <a:p>
            <a:pPr algn="ctr">
              <a:lnSpc>
                <a:spcPts val="1900"/>
              </a:lnSpc>
              <a:defRPr sz="1600" b="1">
                <a:solidFill>
                  <a:srgbClr val="38C8B8"/>
                </a:solidFill>
                <a:latin typeface="微软雅黑" panose="020B0503020204020204" charset="-122"/>
              </a:defRPr>
            </a:pPr>
            <a:r>
              <a:rPr lang="zh-CN" sz="1200">
                <a:solidFill>
                  <a:schemeClr val="bg1"/>
                </a:solidFill>
              </a:rPr>
              <a:t>手机拍照太完美，缺乏个性！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5815" y="1459230"/>
            <a:ext cx="1330960" cy="3733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  <a:defRPr sz="15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sz="1600" b="1">
                <a:solidFill>
                  <a:schemeClr val="tx2"/>
                </a:solidFill>
              </a:rPr>
              <a:t>用户旅程</a:t>
            </a:r>
          </a:p>
        </p:txBody>
      </p:sp>
      <p:sp>
        <p:nvSpPr>
          <p:cNvPr id="7" name="TextBox 7"/>
          <p:cNvSpPr txBox="1"/>
          <p:nvPr>
            <p:custDataLst>
              <p:tags r:id="rId8"/>
            </p:custDataLst>
          </p:nvPr>
        </p:nvSpPr>
        <p:spPr>
          <a:xfrm>
            <a:off x="3483610" y="1917700"/>
            <a:ext cx="2159635" cy="537845"/>
          </a:xfrm>
          <a:prstGeom prst="rect">
            <a:avLst/>
          </a:prstGeom>
          <a:noFill/>
        </p:spPr>
        <p:txBody>
          <a:bodyPr wrap="square" anchor="ctr" anchorCtr="0"/>
          <a:lstStyle/>
          <a:p>
            <a:pPr algn="ctr">
              <a:lnSpc>
                <a:spcPct val="150000"/>
              </a:lnSpc>
              <a:defRPr sz="1600" b="1">
                <a:solidFill>
                  <a:srgbClr val="38C8B8"/>
                </a:solidFill>
                <a:latin typeface="微软雅黑" panose="020B0503020204020204" charset="-122"/>
              </a:defRPr>
            </a:pPr>
            <a:r>
              <a:rPr lang="en-US" altLang="zh-CN">
                <a:solidFill>
                  <a:schemeClr val="bg1"/>
                </a:solidFill>
              </a:rPr>
              <a:t>2. </a:t>
            </a:r>
            <a:r>
              <a:rPr lang="zh-CN" altLang="en-US">
                <a:solidFill>
                  <a:schemeClr val="bg1"/>
                </a:solidFill>
              </a:rPr>
              <a:t>发现</a:t>
            </a:r>
          </a:p>
        </p:txBody>
      </p:sp>
      <p:sp>
        <p:nvSpPr>
          <p:cNvPr id="8" name="TextBox 7"/>
          <p:cNvSpPr txBox="1"/>
          <p:nvPr>
            <p:custDataLst>
              <p:tags r:id="rId9"/>
            </p:custDataLst>
          </p:nvPr>
        </p:nvSpPr>
        <p:spPr>
          <a:xfrm>
            <a:off x="3484245" y="2455545"/>
            <a:ext cx="2159635" cy="902335"/>
          </a:xfrm>
          <a:prstGeom prst="rect">
            <a:avLst/>
          </a:prstGeom>
          <a:noFill/>
        </p:spPr>
        <p:txBody>
          <a:bodyPr wrap="square" anchor="ctr" anchorCtr="0"/>
          <a:lstStyle/>
          <a:p>
            <a:pPr algn="ctr">
              <a:lnSpc>
                <a:spcPts val="1900"/>
              </a:lnSpc>
              <a:defRPr sz="1600" b="1">
                <a:solidFill>
                  <a:srgbClr val="38C8B8"/>
                </a:solidFill>
                <a:latin typeface="微软雅黑" panose="020B0503020204020204" charset="-122"/>
              </a:defRPr>
            </a:pPr>
            <a:r>
              <a:rPr lang="zh-CN" sz="1200">
                <a:solidFill>
                  <a:schemeClr val="bg1"/>
                </a:solidFill>
              </a:rPr>
              <a:t>在社媒被外观、仪式感吸引，被风格化击中。</a:t>
            </a:r>
          </a:p>
        </p:txBody>
      </p:sp>
      <p:sp>
        <p:nvSpPr>
          <p:cNvPr id="10" name="TextBox 7"/>
          <p:cNvSpPr txBox="1"/>
          <p:nvPr>
            <p:custDataLst>
              <p:tags r:id="rId10"/>
            </p:custDataLst>
          </p:nvPr>
        </p:nvSpPr>
        <p:spPr>
          <a:xfrm>
            <a:off x="6160770" y="1917700"/>
            <a:ext cx="2159635" cy="537845"/>
          </a:xfrm>
          <a:prstGeom prst="rect">
            <a:avLst/>
          </a:prstGeom>
          <a:noFill/>
        </p:spPr>
        <p:txBody>
          <a:bodyPr wrap="square" anchor="ctr" anchorCtr="0"/>
          <a:lstStyle/>
          <a:p>
            <a:pPr algn="ctr">
              <a:lnSpc>
                <a:spcPct val="150000"/>
              </a:lnSpc>
              <a:defRPr sz="1600" b="1">
                <a:solidFill>
                  <a:srgbClr val="38C8B8"/>
                </a:solidFill>
                <a:latin typeface="微软雅黑" panose="020B0503020204020204" charset="-122"/>
              </a:defRPr>
            </a:pPr>
            <a:r>
              <a:rPr lang="en-US" altLang="zh-CN">
                <a:solidFill>
                  <a:schemeClr val="bg1"/>
                </a:solidFill>
              </a:rPr>
              <a:t>3. </a:t>
            </a:r>
            <a:r>
              <a:rPr lang="zh-CN" altLang="en-US">
                <a:solidFill>
                  <a:schemeClr val="bg1"/>
                </a:solidFill>
              </a:rPr>
              <a:t>体验</a:t>
            </a:r>
          </a:p>
        </p:txBody>
      </p:sp>
      <p:sp>
        <p:nvSpPr>
          <p:cNvPr id="11" name="TextBox 7"/>
          <p:cNvSpPr txBox="1"/>
          <p:nvPr>
            <p:custDataLst>
              <p:tags r:id="rId11"/>
            </p:custDataLst>
          </p:nvPr>
        </p:nvSpPr>
        <p:spPr>
          <a:xfrm>
            <a:off x="6161405" y="2455545"/>
            <a:ext cx="2159635" cy="902335"/>
          </a:xfrm>
          <a:prstGeom prst="rect">
            <a:avLst/>
          </a:prstGeom>
          <a:noFill/>
        </p:spPr>
        <p:txBody>
          <a:bodyPr wrap="square" anchor="ctr" anchorCtr="0"/>
          <a:lstStyle/>
          <a:p>
            <a:pPr algn="ctr">
              <a:lnSpc>
                <a:spcPts val="1900"/>
              </a:lnSpc>
              <a:defRPr sz="1600" b="1">
                <a:solidFill>
                  <a:srgbClr val="38C8B8"/>
                </a:solidFill>
                <a:latin typeface="微软雅黑" panose="020B0503020204020204" charset="-122"/>
              </a:defRPr>
            </a:pPr>
            <a:r>
              <a:rPr lang="zh-CN" sz="1200">
                <a:solidFill>
                  <a:schemeClr val="bg1"/>
                </a:solidFill>
              </a:rPr>
              <a:t>旁轴取景、咔嚓过片、举起就拍，摆脱数码焦虑</a:t>
            </a:r>
          </a:p>
        </p:txBody>
      </p:sp>
      <p:sp>
        <p:nvSpPr>
          <p:cNvPr id="12" name="TextBox 7"/>
          <p:cNvSpPr txBox="1"/>
          <p:nvPr>
            <p:custDataLst>
              <p:tags r:id="rId12"/>
            </p:custDataLst>
          </p:nvPr>
        </p:nvSpPr>
        <p:spPr>
          <a:xfrm>
            <a:off x="8837295" y="1917700"/>
            <a:ext cx="2159635" cy="537845"/>
          </a:xfrm>
          <a:prstGeom prst="rect">
            <a:avLst/>
          </a:prstGeom>
          <a:noFill/>
        </p:spPr>
        <p:txBody>
          <a:bodyPr wrap="square" anchor="ctr" anchorCtr="0"/>
          <a:lstStyle/>
          <a:p>
            <a:pPr algn="ctr">
              <a:lnSpc>
                <a:spcPct val="150000"/>
              </a:lnSpc>
              <a:defRPr sz="1600" b="1">
                <a:solidFill>
                  <a:srgbClr val="38C8B8"/>
                </a:solidFill>
                <a:latin typeface="微软雅黑" panose="020B0503020204020204" charset="-122"/>
              </a:defRPr>
            </a:pPr>
            <a:r>
              <a:rPr lang="en-US" altLang="zh-CN">
                <a:solidFill>
                  <a:schemeClr val="bg1"/>
                </a:solidFill>
              </a:rPr>
              <a:t>4. </a:t>
            </a:r>
            <a:r>
              <a:rPr lang="zh-CN" altLang="en-US">
                <a:solidFill>
                  <a:schemeClr val="bg1"/>
                </a:solidFill>
              </a:rPr>
              <a:t>分享</a:t>
            </a:r>
          </a:p>
        </p:txBody>
      </p:sp>
      <p:sp>
        <p:nvSpPr>
          <p:cNvPr id="13" name="TextBox 7"/>
          <p:cNvSpPr txBox="1"/>
          <p:nvPr>
            <p:custDataLst>
              <p:tags r:id="rId13"/>
            </p:custDataLst>
          </p:nvPr>
        </p:nvSpPr>
        <p:spPr>
          <a:xfrm>
            <a:off x="8837930" y="2455545"/>
            <a:ext cx="2159635" cy="902335"/>
          </a:xfrm>
          <a:prstGeom prst="rect">
            <a:avLst/>
          </a:prstGeom>
          <a:noFill/>
        </p:spPr>
        <p:txBody>
          <a:bodyPr wrap="square" anchor="ctr" anchorCtr="0"/>
          <a:lstStyle/>
          <a:p>
            <a:pPr algn="ctr">
              <a:lnSpc>
                <a:spcPts val="1900"/>
              </a:lnSpc>
              <a:defRPr sz="1600" b="1">
                <a:solidFill>
                  <a:srgbClr val="38C8B8"/>
                </a:solidFill>
                <a:latin typeface="微软雅黑" panose="020B0503020204020204" charset="-122"/>
              </a:defRPr>
            </a:pPr>
            <a:r>
              <a:rPr lang="zh-CN" sz="1200">
                <a:solidFill>
                  <a:schemeClr val="bg1"/>
                </a:solidFill>
              </a:rPr>
              <a:t>选择风格，等待成片。生成拼贴，分享惊喜。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/>
          <p:cNvSpPr>
            <a:spLocks noGrp="1"/>
          </p:cNvSpPr>
          <p:nvPr>
            <p:ph type="title" idx="4294967295"/>
          </p:nvPr>
        </p:nvSpPr>
        <p:spPr>
          <a:xfrm>
            <a:off x="838800" y="511175"/>
            <a:ext cx="2316163" cy="479425"/>
          </a:xfrm>
        </p:spPr>
        <p:txBody>
          <a:bodyPr wrap="none">
            <a:spAutoFit/>
          </a:bodyPr>
          <a:lstStyle/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核心使用场景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187194286"/>
              </p:ext>
            </p:extLst>
          </p:nvPr>
        </p:nvGraphicFramePr>
        <p:xfrm>
          <a:off x="838200" y="1280160"/>
          <a:ext cx="10409555" cy="2529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8032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9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86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686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 b="1">
                          <a:solidFill>
                            <a:srgbClr val="14141E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场景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 b="1">
                          <a:solidFill>
                            <a:srgbClr val="14141E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 dirty="0" err="1">
                          <a:solidFill>
                            <a:schemeClr val="tx1"/>
                          </a:solidFill>
                          <a:latin typeface="+mn-ea"/>
                        </a:rPr>
                        <a:t>拍摄对象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 b="1">
                          <a:solidFill>
                            <a:srgbClr val="14141E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光线条件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 b="1">
                          <a:solidFill>
                            <a:srgbClr val="14141E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>
                          <a:solidFill>
                            <a:schemeClr val="tx1"/>
                          </a:solidFill>
                          <a:latin typeface="+mn-ea"/>
                        </a:rPr>
                        <a:t>接受成像不佳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城市漫游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街景、店铺、人物、猫狗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晴天、多云、阴天</a:t>
                      </a:r>
                    </a:p>
                  </a:txBody>
                  <a:tcPr/>
                </a:tc>
                <a:tc rowSpan="5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雨天、夜晚、极弱室内光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景点打卡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网红景点、自然风光、人物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晴天、多云、阴天、夕阳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lang="zh-CN" altLang="en-US" sz="1400" dirty="0">
                        <a:solidFill>
                          <a:schemeClr val="tx1"/>
                        </a:solidFill>
                        <a:latin typeface="+mn-ea"/>
                        <a:sym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社交聚会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静物、室内环境、合影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室内光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lang="zh-CN" altLang="en-US"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探店看展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静物、室内环境、人物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室内光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lang="zh-CN" altLang="en-US" sz="1400" dirty="0">
                        <a:solidFill>
                          <a:schemeClr val="tx1"/>
                        </a:solidFill>
                        <a:latin typeface="+mn-ea"/>
                        <a:sym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校园日常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人物、宿舍、校园景观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+mn-ea"/>
                        </a:rPr>
                        <a:t>户外及室内光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lang="zh-CN" altLang="en-US"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114800"/>
            <a:ext cx="10515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900"/>
              </a:lnSpc>
              <a:defRPr sz="1600" b="1">
                <a:solidFill>
                  <a:srgbClr val="E8A838"/>
                </a:solidFill>
                <a:latin typeface="微软雅黑" panose="020B0503020204020204" charset="-122"/>
              </a:defRPr>
            </a:pPr>
            <a:r>
              <a:rPr>
                <a:solidFill>
                  <a:schemeClr val="tx1"/>
                </a:solidFill>
              </a:rPr>
              <a:t>场景定位总结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10515600" cy="159893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400" dirty="0" err="1">
                <a:solidFill>
                  <a:schemeClr val="tx1"/>
                </a:solidFill>
                <a:latin typeface="微软雅黑" panose="020B0503020204020204" charset="-122"/>
              </a:rPr>
              <a:t>主力场景：城市扫街</a:t>
            </a:r>
            <a:r>
              <a:rPr sz="1400" dirty="0">
                <a:solidFill>
                  <a:schemeClr val="tx1"/>
                </a:solidFill>
                <a:latin typeface="微软雅黑" panose="020B0503020204020204" charset="-122"/>
              </a:rPr>
              <a:t> + </a:t>
            </a:r>
            <a:r>
              <a:rPr sz="1400" dirty="0" err="1">
                <a:solidFill>
                  <a:schemeClr val="tx1"/>
                </a:solidFill>
                <a:latin typeface="微软雅黑" panose="020B0503020204020204" charset="-122"/>
              </a:rPr>
              <a:t>探店人像</a:t>
            </a:r>
            <a:r>
              <a:rPr lang="en-US" sz="1400" dirty="0">
                <a:solidFill>
                  <a:schemeClr val="tx1"/>
                </a:solidFill>
                <a:latin typeface="微软雅黑" panose="020B0503020204020204" charset="-122"/>
              </a:rPr>
              <a:t> + 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charset="-122"/>
              </a:rPr>
              <a:t>旅行时光</a:t>
            </a:r>
            <a:endParaRPr sz="1400" dirty="0">
              <a:solidFill>
                <a:schemeClr val="tx1"/>
              </a:solidFill>
              <a:latin typeface="微软雅黑" panose="020B0503020204020204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400" dirty="0" err="1">
                <a:solidFill>
                  <a:schemeClr val="tx1"/>
                </a:solidFill>
                <a:latin typeface="微软雅黑" panose="020B0503020204020204" charset="-122"/>
              </a:rPr>
              <a:t>可覆盖：户外日光最佳，室内可用</a:t>
            </a:r>
            <a:endParaRPr sz="1400" dirty="0">
              <a:solidFill>
                <a:schemeClr val="tx1"/>
              </a:solidFill>
              <a:latin typeface="微软雅黑" panose="020B0503020204020204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chemeClr val="tx1"/>
                </a:solidFill>
                <a:latin typeface="微软雅黑" panose="020B0503020204020204" charset="-122"/>
              </a:rPr>
              <a:t>不</a:t>
            </a:r>
            <a:r>
              <a:rPr lang="zh-CN" sz="1400" dirty="0">
                <a:solidFill>
                  <a:schemeClr val="tx1"/>
                </a:solidFill>
                <a:latin typeface="微软雅黑" panose="020B0503020204020204" charset="-122"/>
              </a:rPr>
              <a:t>指望</a:t>
            </a:r>
            <a:r>
              <a:rPr sz="1400" dirty="0">
                <a:solidFill>
                  <a:schemeClr val="tx1"/>
                </a:solidFill>
                <a:latin typeface="微软雅黑" panose="020B0503020204020204" charset="-122"/>
              </a:rPr>
              <a:t>：</a:t>
            </a:r>
            <a:r>
              <a:rPr lang="zh-CN" sz="1400" dirty="0">
                <a:solidFill>
                  <a:schemeClr val="tx1"/>
                </a:solidFill>
                <a:latin typeface="微软雅黑" panose="020B0503020204020204" charset="-122"/>
              </a:rPr>
              <a:t>极弱光室内，</a:t>
            </a:r>
            <a:r>
              <a:rPr sz="1400" dirty="0" err="1">
                <a:solidFill>
                  <a:schemeClr val="tx1"/>
                </a:solidFill>
                <a:latin typeface="微软雅黑" panose="020B0503020204020204" charset="-122"/>
              </a:rPr>
              <a:t>夜景拍摄</a:t>
            </a:r>
            <a:endParaRPr sz="1400" dirty="0">
              <a:solidFill>
                <a:schemeClr val="tx1"/>
              </a:solidFill>
              <a:latin typeface="微软雅黑" panose="020B0503020204020204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sz="1400" dirty="0" err="1">
                <a:solidFill>
                  <a:schemeClr val="tx1"/>
                </a:solidFill>
                <a:latin typeface="微软雅黑" panose="020B0503020204020204" charset="-122"/>
              </a:rPr>
              <a:t>放弃自拍：无屏幕无自拍镜，盲拍自拍构图精度极低；</a:t>
            </a:r>
            <a:r>
              <a:rPr sz="1400" b="1" dirty="0" err="1">
                <a:solidFill>
                  <a:schemeClr val="tx1"/>
                </a:solidFill>
                <a:latin typeface="微软雅黑" panose="020B0503020204020204" charset="-122"/>
              </a:rPr>
              <a:t>放弃近摄</a:t>
            </a:r>
            <a:r>
              <a:rPr sz="1400" dirty="0" err="1">
                <a:solidFill>
                  <a:schemeClr val="tx1"/>
                </a:solidFill>
                <a:latin typeface="微软雅黑" panose="020B0503020204020204" charset="-122"/>
              </a:rPr>
              <a:t>释放光学余量给弱光场景</a:t>
            </a:r>
            <a:endParaRPr sz="1400" dirty="0">
              <a:solidFill>
                <a:schemeClr val="tx1"/>
              </a:solidFill>
              <a:latin typeface="微软雅黑" panose="020B0503020204020204" charset="-122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dirty="0"/>
              <a:t>产品定义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/>
              <a:t>一句话定义、产品愿景、核心价值与卖点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/>
          <p:cNvSpPr>
            <a:spLocks noGrp="1"/>
          </p:cNvSpPr>
          <p:nvPr>
            <p:ph type="title" idx="4294967295"/>
          </p:nvPr>
        </p:nvSpPr>
        <p:spPr>
          <a:xfrm>
            <a:off x="838800" y="360363"/>
            <a:ext cx="1981200" cy="481012"/>
          </a:xfrm>
        </p:spPr>
        <p:txBody>
          <a:bodyPr wrap="none">
            <a:spAutoFit/>
          </a:bodyPr>
          <a:lstStyle/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一句话定义</a:t>
            </a:r>
            <a:endParaRPr lang="zh-CN" altLang="en-US" sz="1400" dirty="0"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763243" y="1054762"/>
            <a:ext cx="1066551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200" b="1" dirty="0">
                <a:solidFill>
                  <a:schemeClr val="tx2"/>
                </a:solidFill>
              </a:rPr>
              <a:t>一款让年轻潮人获得胶卷体验的数码相机</a:t>
            </a:r>
            <a:endParaRPr lang="en-US" altLang="zh-CN" sz="3200" dirty="0">
              <a:solidFill>
                <a:schemeClr val="tx2"/>
              </a:solidFill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389239" y="1853557"/>
            <a:ext cx="7413523" cy="417010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/>
          <p:cNvSpPr>
            <a:spLocks noGrp="1"/>
          </p:cNvSpPr>
          <p:nvPr>
            <p:ph type="title" idx="4294967295"/>
          </p:nvPr>
        </p:nvSpPr>
        <p:spPr>
          <a:xfrm>
            <a:off x="838800" y="361950"/>
            <a:ext cx="3384550" cy="477838"/>
          </a:xfrm>
        </p:spPr>
        <p:txBody>
          <a:bodyPr wrap="none">
            <a:spAutoFit/>
          </a:bodyPr>
          <a:lstStyle/>
          <a:p>
            <a:pPr algn="l"/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产品愿景与核心价值</a:t>
            </a:r>
          </a:p>
        </p:txBody>
      </p:sp>
      <p:sp>
        <p:nvSpPr>
          <p:cNvPr id="4" name="文本框 3"/>
          <p:cNvSpPr txBox="1"/>
          <p:nvPr>
            <p:custDataLst>
              <p:tags r:id="rId1"/>
            </p:custDataLst>
          </p:nvPr>
        </p:nvSpPr>
        <p:spPr>
          <a:xfrm>
            <a:off x="852170" y="839754"/>
            <a:ext cx="10581640" cy="7891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  <a:defRPr sz="15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sz="1600" dirty="0">
                <a:solidFill>
                  <a:schemeClr val="tx1"/>
                </a:solidFill>
                <a:latin typeface="+mn-ea"/>
                <a:cs typeface="+mn-ea"/>
                <a:sym typeface="+mn-ea"/>
              </a:rPr>
              <a:t>在手机摄影越来越“</a:t>
            </a:r>
            <a:r>
              <a:rPr sz="1600" dirty="0" err="1">
                <a:solidFill>
                  <a:schemeClr val="tx1"/>
                </a:solidFill>
                <a:latin typeface="+mn-ea"/>
                <a:cs typeface="+mn-ea"/>
                <a:sym typeface="+mn-ea"/>
              </a:rPr>
              <a:t>完美</a:t>
            </a:r>
            <a:r>
              <a:rPr sz="1600" dirty="0">
                <a:solidFill>
                  <a:schemeClr val="tx1"/>
                </a:solidFill>
                <a:latin typeface="+mn-ea"/>
                <a:cs typeface="+mn-ea"/>
                <a:sym typeface="+mn-ea"/>
              </a:rPr>
              <a:t>”、</a:t>
            </a:r>
            <a:r>
              <a:rPr sz="1600" dirty="0" err="1">
                <a:solidFill>
                  <a:schemeClr val="tx1"/>
                </a:solidFill>
                <a:latin typeface="+mn-ea"/>
                <a:cs typeface="+mn-ea"/>
                <a:sym typeface="+mn-ea"/>
              </a:rPr>
              <a:t>越来越“快”的时代，我们想为年轻人重新找回拍照的</a:t>
            </a:r>
            <a:r>
              <a:rPr sz="1600" dirty="0" err="1">
                <a:solidFill>
                  <a:schemeClr val="tx2"/>
                </a:solidFill>
                <a:latin typeface="+mn-ea"/>
                <a:cs typeface="+mn-ea"/>
                <a:sym typeface="+mn-ea"/>
              </a:rPr>
              <a:t>仪式感、不确定性和惊喜</a:t>
            </a:r>
            <a:r>
              <a:rPr sz="1600" dirty="0">
                <a:solidFill>
                  <a:schemeClr val="tx1"/>
                </a:solidFill>
                <a:latin typeface="+mn-ea"/>
                <a:cs typeface="+mn-ea"/>
                <a:sym typeface="+mn-ea"/>
              </a:rPr>
              <a:t>。</a:t>
            </a:r>
            <a:br>
              <a:rPr sz="1600" dirty="0">
                <a:solidFill>
                  <a:schemeClr val="tx1"/>
                </a:solidFill>
                <a:latin typeface="+mn-ea"/>
                <a:cs typeface="+mn-ea"/>
                <a:sym typeface="+mn-ea"/>
              </a:rPr>
            </a:br>
            <a:r>
              <a:rPr sz="1600" dirty="0">
                <a:solidFill>
                  <a:schemeClr val="tx1"/>
                </a:solidFill>
                <a:latin typeface="+mn-ea"/>
                <a:cs typeface="+mn-ea"/>
                <a:sym typeface="+mn-ea"/>
              </a:rPr>
              <a:t>AiKen不是性能怪兽，而是一个能缓解“</a:t>
            </a:r>
            <a:r>
              <a:rPr sz="1600" dirty="0" err="1">
                <a:solidFill>
                  <a:schemeClr val="tx1"/>
                </a:solidFill>
                <a:latin typeface="+mn-ea"/>
                <a:cs typeface="+mn-ea"/>
                <a:sym typeface="+mn-ea"/>
              </a:rPr>
              <a:t>数码焦虑</a:t>
            </a:r>
            <a:r>
              <a:rPr sz="1600" dirty="0">
                <a:solidFill>
                  <a:schemeClr val="tx1"/>
                </a:solidFill>
                <a:latin typeface="+mn-ea"/>
                <a:cs typeface="+mn-ea"/>
                <a:sym typeface="+mn-ea"/>
              </a:rPr>
              <a:t>”、</a:t>
            </a:r>
            <a:r>
              <a:rPr sz="1600" dirty="0" err="1">
                <a:solidFill>
                  <a:schemeClr val="tx2"/>
                </a:solidFill>
                <a:latin typeface="+mn-ea"/>
                <a:cs typeface="+mn-ea"/>
                <a:sym typeface="+mn-ea"/>
              </a:rPr>
              <a:t>提供纯粹拍摄乐趣的情绪出口</a:t>
            </a:r>
            <a:r>
              <a:rPr sz="1600" dirty="0">
                <a:solidFill>
                  <a:schemeClr val="tx1"/>
                </a:solidFill>
                <a:latin typeface="+mn-ea"/>
                <a:cs typeface="+mn-ea"/>
                <a:sym typeface="+mn-ea"/>
              </a:rPr>
              <a:t>。</a:t>
            </a:r>
            <a:endParaRPr lang="zh-CN" altLang="en-US" sz="1600" dirty="0">
              <a:solidFill>
                <a:schemeClr val="tx1"/>
              </a:solidFill>
              <a:latin typeface="+mn-ea"/>
              <a:cs typeface="+mn-ea"/>
              <a:sym typeface="+mn-ea"/>
            </a:endParaRP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03F38698-7B60-4FBE-9661-F72BA19EB501}"/>
              </a:ext>
            </a:extLst>
          </p:cNvPr>
          <p:cNvGrpSpPr/>
          <p:nvPr/>
        </p:nvGrpSpPr>
        <p:grpSpPr>
          <a:xfrm>
            <a:off x="806133" y="1980000"/>
            <a:ext cx="10580370" cy="3986530"/>
            <a:chOff x="1342" y="3355"/>
            <a:chExt cx="16662" cy="6278"/>
          </a:xfrm>
        </p:grpSpPr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9F75A972-21CA-D067-8ED8-8DCF23089AC2}"/>
                </a:ext>
              </a:extLst>
            </p:cNvPr>
            <p:cNvSpPr txBox="1"/>
            <p:nvPr>
              <p:custDataLst>
                <p:tags r:id="rId2"/>
              </p:custDataLst>
            </p:nvPr>
          </p:nvSpPr>
          <p:spPr>
            <a:xfrm>
              <a:off x="1342" y="7898"/>
              <a:ext cx="4535" cy="16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1600" b="1" dirty="0"/>
                <a:t>复刻胶卷仪式感</a:t>
              </a:r>
            </a:p>
            <a:p>
              <a:pPr>
                <a:lnSpc>
                  <a:spcPct val="150000"/>
                </a:lnSpc>
              </a:pPr>
              <a:r>
                <a:rPr lang="en-US" altLang="zh-CN" sz="1400" dirty="0"/>
                <a:t>- </a:t>
              </a:r>
              <a:r>
                <a:rPr lang="zh-CN" altLang="en-US" sz="1400" dirty="0"/>
                <a:t>无屏幕、过片、模拟冲洗等待</a:t>
              </a:r>
            </a:p>
            <a:p>
              <a:pPr>
                <a:lnSpc>
                  <a:spcPct val="150000"/>
                </a:lnSpc>
              </a:pPr>
              <a:r>
                <a:rPr lang="en-US" altLang="zh-CN" sz="1400" dirty="0"/>
                <a:t>- </a:t>
              </a:r>
              <a:r>
                <a:rPr lang="zh-CN" altLang="en-US" sz="1400" dirty="0"/>
                <a:t>情绪价值而非效率</a:t>
              </a: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60CD01D2-2991-FBBF-D3B2-188E25B6FB05}"/>
                </a:ext>
              </a:extLst>
            </p:cNvPr>
            <p:cNvSpPr txBox="1"/>
            <p:nvPr>
              <p:custDataLst>
                <p:tags r:id="rId3"/>
              </p:custDataLst>
            </p:nvPr>
          </p:nvSpPr>
          <p:spPr>
            <a:xfrm>
              <a:off x="7336" y="7890"/>
              <a:ext cx="4535" cy="17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1600" b="1" dirty="0"/>
                <a:t>胶片风格直出</a:t>
              </a:r>
              <a:endParaRPr lang="en-US" altLang="zh-CN" sz="1600" b="1" dirty="0"/>
            </a:p>
            <a:p>
              <a:pPr>
                <a:lnSpc>
                  <a:spcPct val="150000"/>
                </a:lnSpc>
              </a:pPr>
              <a:r>
                <a:rPr lang="en-US" altLang="zh-CN" sz="1400" dirty="0"/>
                <a:t>- </a:t>
              </a:r>
              <a:r>
                <a:rPr lang="zh-CN" altLang="en-US" sz="1400" dirty="0"/>
                <a:t>首发</a:t>
              </a:r>
              <a:r>
                <a:rPr lang="en-US" altLang="zh-CN" sz="1400" dirty="0"/>
                <a:t>10</a:t>
              </a:r>
              <a:r>
                <a:rPr lang="zh-CN" altLang="en-US" sz="1400" dirty="0"/>
                <a:t>款仿胶片风格滤镜</a:t>
              </a:r>
            </a:p>
            <a:p>
              <a:pPr>
                <a:lnSpc>
                  <a:spcPct val="150000"/>
                </a:lnSpc>
              </a:pPr>
              <a:r>
                <a:rPr lang="en-US" altLang="zh-CN" sz="1400" dirty="0"/>
                <a:t>- </a:t>
              </a:r>
              <a:r>
                <a:rPr lang="zh-CN" altLang="en-US" sz="1400" dirty="0"/>
                <a:t>暗角、漏光、相框叠加玩法</a:t>
              </a:r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4ACFED6D-4CD3-1F24-2A8F-0B0A2B5B37E4}"/>
                </a:ext>
              </a:extLst>
            </p:cNvPr>
            <p:cNvSpPr txBox="1"/>
            <p:nvPr>
              <p:custDataLst>
                <p:tags r:id="rId4"/>
              </p:custDataLst>
            </p:nvPr>
          </p:nvSpPr>
          <p:spPr>
            <a:xfrm>
              <a:off x="13469" y="7890"/>
              <a:ext cx="4535" cy="17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1600" b="1" dirty="0"/>
                <a:t>数码内核的便捷性</a:t>
              </a:r>
              <a:endParaRPr lang="en-US" altLang="zh-CN" sz="1600" b="1" dirty="0"/>
            </a:p>
            <a:p>
              <a:pPr>
                <a:lnSpc>
                  <a:spcPct val="150000"/>
                </a:lnSpc>
              </a:pPr>
              <a:r>
                <a:rPr lang="en-US" altLang="zh-CN" sz="1400" dirty="0"/>
                <a:t>- </a:t>
              </a:r>
              <a:r>
                <a:rPr lang="zh-CN" altLang="en-US" sz="1400" dirty="0"/>
                <a:t>随时取出、即时取出模式</a:t>
              </a:r>
            </a:p>
            <a:p>
              <a:pPr>
                <a:lnSpc>
                  <a:spcPct val="150000"/>
                </a:lnSpc>
              </a:pPr>
              <a:r>
                <a:rPr lang="en-US" altLang="zh-CN" sz="1400" dirty="0"/>
                <a:t>- </a:t>
              </a:r>
              <a:r>
                <a:rPr lang="zh-CN" altLang="en-US" sz="1400" dirty="0"/>
                <a:t>按卷管理、生成拼贴</a:t>
              </a:r>
            </a:p>
          </p:txBody>
        </p:sp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9955F187-4D54-FB4A-2AAC-B2BB8D39B789}"/>
                </a:ext>
              </a:extLst>
            </p:cNvPr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3469" y="3358"/>
              <a:ext cx="4535" cy="4535"/>
            </a:xfrm>
            <a:prstGeom prst="rect">
              <a:avLst/>
            </a:prstGeom>
          </p:spPr>
        </p:pic>
        <p:pic>
          <p:nvPicPr>
            <p:cNvPr id="15" name="图片 14">
              <a:extLst>
                <a:ext uri="{FF2B5EF4-FFF2-40B4-BE49-F238E27FC236}">
                  <a16:creationId xmlns:a16="http://schemas.microsoft.com/office/drawing/2014/main" id="{0A7F6F2B-E01A-56B3-8971-DE912B6D5803}"/>
                </a:ext>
              </a:extLst>
            </p:cNvPr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0" b="220"/>
            <a:stretch/>
          </p:blipFill>
          <p:spPr>
            <a:xfrm>
              <a:off x="7336" y="3355"/>
              <a:ext cx="4535" cy="4535"/>
            </a:xfrm>
            <a:prstGeom prst="rect">
              <a:avLst/>
            </a:prstGeom>
          </p:spPr>
        </p:pic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94E1BBDD-BEFE-88C2-A69D-9B1E4BF3BB3F}"/>
                </a:ext>
              </a:extLst>
            </p:cNvPr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342" y="3358"/>
              <a:ext cx="4535" cy="453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520A7-34AE-D695-21CE-9941DA38C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8A6E4069-AE63-B9DE-EB86-BCA3659492C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8" cy="6857999"/>
          </a:xfrm>
          <a:prstGeom prst="rect">
            <a:avLst/>
          </a:prstGeom>
          <a:noFill/>
        </p:spPr>
      </p:pic>
      <p:sp>
        <p:nvSpPr>
          <p:cNvPr id="17" name="标题 1">
            <a:extLst>
              <a:ext uri="{FF2B5EF4-FFF2-40B4-BE49-F238E27FC236}">
                <a16:creationId xmlns:a16="http://schemas.microsoft.com/office/drawing/2014/main" id="{BC141432-41A7-0F3C-3F7B-30F7F214AE4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800" y="360363"/>
            <a:ext cx="7007225" cy="481012"/>
          </a:xfrm>
        </p:spPr>
        <p:txBody>
          <a:bodyPr wrap="none">
            <a:spAutoFit/>
          </a:bodyPr>
          <a:lstStyle/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卖点一：无屏幕、过片结构，时尚便携潮玩</a:t>
            </a:r>
          </a:p>
        </p:txBody>
      </p:sp>
    </p:spTree>
    <p:extLst>
      <p:ext uri="{BB962C8B-B14F-4D97-AF65-F5344CB8AC3E}">
        <p14:creationId xmlns:p14="http://schemas.microsoft.com/office/powerpoint/2010/main" val="16310083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BD78C-3910-B4A3-03FF-66B74C72E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>
            <a:extLst>
              <a:ext uri="{FF2B5EF4-FFF2-40B4-BE49-F238E27FC236}">
                <a16:creationId xmlns:a16="http://schemas.microsoft.com/office/drawing/2014/main" id="{5B2C9293-4B1B-FC00-C93A-208EA51F044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800" y="360363"/>
            <a:ext cx="7007225" cy="481012"/>
          </a:xfrm>
        </p:spPr>
        <p:txBody>
          <a:bodyPr wrap="none">
            <a:spAutoFit/>
          </a:bodyPr>
          <a:lstStyle/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卖点二：胶卷的仪式感和数码内核的便捷性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4779E52C-A00B-A2ED-265C-8E58DEA68E4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31954"/>
            <a:ext cx="12192000" cy="463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4091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C5674-A52D-8EC6-0A41-CCAA64663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>
            <a:extLst>
              <a:ext uri="{FF2B5EF4-FFF2-40B4-BE49-F238E27FC236}">
                <a16:creationId xmlns:a16="http://schemas.microsoft.com/office/drawing/2014/main" id="{D53CA88E-FA2E-3EFB-94A5-F6EE8318E2D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800" y="360363"/>
            <a:ext cx="7889875" cy="481012"/>
          </a:xfrm>
        </p:spPr>
        <p:txBody>
          <a:bodyPr wrap="none">
            <a:spAutoFit/>
          </a:bodyPr>
          <a:lstStyle/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卖点三：仿胶卷风格直出，叠加特效增加可玩性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F44AB08-7576-831A-17F4-686903B9ADF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7224" y="1110600"/>
            <a:ext cx="9337396" cy="463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8463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0623A-7871-1326-6FE2-F86137999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>
            <a:extLst>
              <a:ext uri="{FF2B5EF4-FFF2-40B4-BE49-F238E27FC236}">
                <a16:creationId xmlns:a16="http://schemas.microsoft.com/office/drawing/2014/main" id="{4CAD687A-0899-E0E1-9F75-0B088C8370D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800" y="360363"/>
            <a:ext cx="5572125" cy="481012"/>
          </a:xfrm>
        </p:spPr>
        <p:txBody>
          <a:bodyPr wrap="none">
            <a:spAutoFit/>
          </a:bodyPr>
          <a:lstStyle/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卖点四：按卷查看，二创拼贴分享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D69EF8AF-25CB-4854-6340-08B556F5BC1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06236"/>
            <a:ext cx="12192000" cy="4045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75195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696AC-DDD2-8CBD-B4C5-A58F860A4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>
            <a:extLst>
              <a:ext uri="{FF2B5EF4-FFF2-40B4-BE49-F238E27FC236}">
                <a16:creationId xmlns:a16="http://schemas.microsoft.com/office/drawing/2014/main" id="{D2578CA2-8CD4-D15B-EB0E-8B59A8EF146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800" y="361950"/>
            <a:ext cx="895350" cy="477838"/>
          </a:xfrm>
        </p:spPr>
        <p:txBody>
          <a:bodyPr wrap="none">
            <a:spAutoFit/>
          </a:bodyPr>
          <a:lstStyle/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竞品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D3B4C30-BA9B-1524-FF34-6DCF42DC611C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441964" y="3973026"/>
            <a:ext cx="2880000" cy="418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600" b="1" dirty="0"/>
              <a:t>Flashback One35 V2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5C305F3F-EB59-149F-A80A-85D291978DB5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41964" y="1095662"/>
            <a:ext cx="2880000" cy="2880000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88439D9-7501-7FBC-5F87-9C640B39A731}"/>
              </a:ext>
            </a:extLst>
          </p:cNvPr>
          <p:cNvGraphicFramePr>
            <a:graphicFrameLocks noGrp="1"/>
          </p:cNvGraphicFramePr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3065830970"/>
              </p:ext>
            </p:extLst>
          </p:nvPr>
        </p:nvGraphicFramePr>
        <p:xfrm>
          <a:off x="4286881" y="365061"/>
          <a:ext cx="7540936" cy="54813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8032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9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86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 b="1">
                          <a:solidFill>
                            <a:srgbClr val="14141E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项目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 b="1">
                          <a:solidFill>
                            <a:srgbClr val="14141E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小米复古数码相机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 b="1">
                          <a:solidFill>
                            <a:srgbClr val="14141E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Flashback One35 V2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上市日期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2027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年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Q2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2026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年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2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月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价格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rgbClr val="00B050"/>
                          </a:solidFill>
                          <a:latin typeface="+mn-ea"/>
                        </a:rPr>
                        <a:t>￥</a:t>
                      </a:r>
                      <a:r>
                        <a:rPr lang="en-US" altLang="zh-CN" sz="1400" dirty="0">
                          <a:solidFill>
                            <a:srgbClr val="00B050"/>
                          </a:solidFill>
                          <a:latin typeface="+mn-ea"/>
                        </a:rPr>
                        <a:t>599</a:t>
                      </a:r>
                      <a:endParaRPr sz="1400" dirty="0">
                        <a:solidFill>
                          <a:srgbClr val="00B050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￥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749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图像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13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M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，裁切至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6M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13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M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镜头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f=35mm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，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1:2.2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f=24mm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，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1:2.0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曝光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/EV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控制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自动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/</a:t>
                      </a:r>
                      <a:r>
                        <a:rPr lang="zh-CN" altLang="en-US" sz="1400" dirty="0">
                          <a:solidFill>
                            <a:srgbClr val="00B050"/>
                          </a:solidFill>
                          <a:latin typeface="+mn-ea"/>
                        </a:rPr>
                        <a:t>自动</a:t>
                      </a:r>
                      <a:endParaRPr sz="1400" dirty="0">
                        <a:solidFill>
                          <a:srgbClr val="00B050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自动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/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不支持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取景器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光学旁轴，</a:t>
                      </a:r>
                      <a:r>
                        <a:rPr lang="en-US" altLang="zh-CN" sz="1400" dirty="0">
                          <a:solidFill>
                            <a:srgbClr val="00B050"/>
                          </a:solidFill>
                          <a:latin typeface="+mn-ea"/>
                        </a:rPr>
                        <a:t>Y</a:t>
                      </a:r>
                      <a:r>
                        <a:rPr lang="zh-CN" altLang="en-US" sz="1400" dirty="0">
                          <a:solidFill>
                            <a:srgbClr val="00B050"/>
                          </a:solidFill>
                          <a:latin typeface="+mn-ea"/>
                        </a:rPr>
                        <a:t>轴偏移</a:t>
                      </a:r>
                      <a:endParaRPr sz="1400" dirty="0">
                        <a:solidFill>
                          <a:srgbClr val="00B050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光学旁轴，双轴偏移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8369291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存储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36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张，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JPEG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27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张，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DNG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7695418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软件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极印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App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独立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App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，国内未上架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0871901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首发滤镜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rgbClr val="00B050"/>
                          </a:solidFill>
                          <a:latin typeface="+mn-ea"/>
                        </a:rPr>
                        <a:t>10</a:t>
                      </a:r>
                      <a:r>
                        <a:rPr lang="zh-CN" altLang="en-US" sz="1400" dirty="0">
                          <a:solidFill>
                            <a:srgbClr val="00B050"/>
                          </a:solidFill>
                          <a:latin typeface="+mn-ea"/>
                        </a:rPr>
                        <a:t>款</a:t>
                      </a:r>
                      <a:endParaRPr sz="1400" dirty="0">
                        <a:solidFill>
                          <a:srgbClr val="00B050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6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款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2074201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个性化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rgbClr val="00B050"/>
                          </a:solidFill>
                          <a:latin typeface="+mn-ea"/>
                        </a:rPr>
                        <a:t>漏光、暗角、相框、拼贴</a:t>
                      </a:r>
                      <a:endParaRPr sz="1400" dirty="0">
                        <a:solidFill>
                          <a:srgbClr val="00B050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无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8688594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传输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36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张，</a:t>
                      </a:r>
                      <a:r>
                        <a:rPr lang="en-US" altLang="zh-CN" sz="1400" dirty="0">
                          <a:solidFill>
                            <a:srgbClr val="00B050"/>
                          </a:solidFill>
                          <a:latin typeface="+mn-ea"/>
                        </a:rPr>
                        <a:t>&lt;75s</a:t>
                      </a:r>
                      <a:endParaRPr sz="1400" dirty="0">
                        <a:solidFill>
                          <a:srgbClr val="00B050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27</a:t>
                      </a: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张，约</a:t>
                      </a: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120s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9432174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打印机联动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rgbClr val="00B050"/>
                          </a:solidFill>
                          <a:latin typeface="+mn-ea"/>
                        </a:rPr>
                        <a:t>极印</a:t>
                      </a:r>
                      <a:r>
                        <a:rPr lang="en-US" altLang="zh-CN" sz="1400" dirty="0">
                          <a:solidFill>
                            <a:srgbClr val="00B050"/>
                          </a:solidFill>
                          <a:latin typeface="+mn-ea"/>
                        </a:rPr>
                        <a:t>App</a:t>
                      </a:r>
                      <a:r>
                        <a:rPr lang="zh-CN" altLang="en-US" sz="1400" dirty="0">
                          <a:solidFill>
                            <a:srgbClr val="00B050"/>
                          </a:solidFill>
                          <a:latin typeface="+mn-ea"/>
                        </a:rPr>
                        <a:t>内直接联动</a:t>
                      </a:r>
                      <a:endParaRPr sz="1400" dirty="0">
                        <a:solidFill>
                          <a:srgbClr val="00B050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不支持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10553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173023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89.95,&quot;left&quot;:8.95,&quot;top&quot;:-62.8,&quot;width&quot;:934.2215734815221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AICARD_INVALID" val="Invalid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819*199"/>
  <p:tag name="TABLE_ENDDRAG_RECT" val="66*100*819*199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5907086614174,&quot;left&quot;:67.101968503937,&quot;top&quot;:86.27259842519685,&quot;width&quot;:833.1388976377954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5.79070866141734,&quot;left&quot;:67.101968503937,&quot;top&quot;:86.27259842519685,&quot;width&quot;:833.1388976377954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5.79070866141734,&quot;left&quot;:67.101968503937,&quot;top&quot;:86.27259842519685,&quot;width&quot;:833.1388976377954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5.79070866141734,&quot;left&quot;:67.101968503937,&quot;top&quot;:86.27259842519685,&quot;width&quot;:833.1388976377954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5.79070866141734,&quot;left&quot;:67.101968503937,&quot;top&quot;:86.27259842519685,&quot;width&quot;:833.1388976377954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5.79070866141734,&quot;left&quot;:67.101968503937,&quot;top&quot;:86.27259842519685,&quot;width&quot;:833.1388976377954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5.79070866141734,&quot;left&quot;:67.101968503937,&quot;top&quot;:86.27259842519685,&quot;width&quot;:833.1388976377954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5907086614174,&quot;left&quot;:67.101968503937,&quot;top&quot;:86.27259842519683,&quot;width&quot;:833.1388976377954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9.5907086614174,&quot;left&quot;:67.101968503937,&quot;top&quot;:86.27259842519683,&quot;width&quot;:833.1388976377954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819*199"/>
  <p:tag name="TABLE_ENDDRAG_RECT" val="66*100*819*199"/>
</p:tagLst>
</file>

<file path=ppt/theme/theme1.xml><?xml version="1.0" encoding="utf-8"?>
<a:theme xmlns:a="http://schemas.openxmlformats.org/drawingml/2006/main" name="hannto">
  <a:themeElements>
    <a:clrScheme name="">
      <a:dk1>
        <a:srgbClr val="000000"/>
      </a:dk1>
      <a:lt1>
        <a:sysClr val="window" lastClr="FFFFFF"/>
      </a:lt1>
      <a:dk2>
        <a:srgbClr val="EA7728"/>
      </a:dk2>
      <a:lt2>
        <a:srgbClr val="7F7F7F"/>
      </a:lt2>
      <a:accent1>
        <a:srgbClr val="EA7728"/>
      </a:accent1>
      <a:accent2>
        <a:srgbClr val="F8A61D"/>
      </a:accent2>
      <a:accent3>
        <a:srgbClr val="FFE311"/>
      </a:accent3>
      <a:accent4>
        <a:srgbClr val="FFD082"/>
      </a:accent4>
      <a:accent5>
        <a:srgbClr val="78CCCC"/>
      </a:accent5>
      <a:accent6>
        <a:srgbClr val="9C6A6A"/>
      </a:accent6>
      <a:hlink>
        <a:srgbClr val="0266BA"/>
      </a:hlink>
      <a:folHlink>
        <a:srgbClr val="0266BA"/>
      </a:folHlink>
    </a:clrScheme>
    <a:fontScheme name="Custom 1">
      <a:majorFont>
        <a:latin typeface="Segoe UI Semibold"/>
        <a:ea typeface="微软雅黑"/>
        <a:cs typeface=""/>
      </a:majorFont>
      <a:minorFont>
        <a:latin typeface="Segoe UI Semilight"/>
        <a:ea typeface="微软雅黑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  <a:extLst>
      <a:ext uri="{D81B5157-A7B6-4480-A006-42BB1BC3E7BB}">
        <wpsdc:hlinkScheme xmlns="" xmlns:wpsdc="http://www.wps.cn/officeDocument/2017/drawingmlCustomData" underline="false"/>
      </a:ext>
    </a:extLst>
  </a:themeElements>
  <a:objectDefaults/>
  <a:extraClrSchemeLst/>
  <a:extLst>
    <a:ext uri="{05A4C25C-085E-4340-85A3-A5531E510DB2}">
      <thm15:themeFamily xmlns:thm15="http://schemas.microsoft.com/office/thememl/2012/main" name="hannto" id="{ECFBA032-CF05-405F-A9A5-EA03C978819B}" vid="{94491737-407C-4343-B243-43C4FCB51CE9}"/>
    </a:ext>
  </a:extLst>
</a:theme>
</file>

<file path=ppt/theme/theme2.xml><?xml version="1.0" encoding="utf-8"?>
<a:theme xmlns:a="http://schemas.openxmlformats.org/drawingml/2006/main" name="4_橙色">
  <a:themeElements>
    <a:clrScheme name="Custom 4">
      <a:dk1>
        <a:srgbClr val="000000"/>
      </a:dk1>
      <a:lt1>
        <a:sysClr val="window" lastClr="FFFFFF"/>
      </a:lt1>
      <a:dk2>
        <a:srgbClr val="EA7728"/>
      </a:dk2>
      <a:lt2>
        <a:srgbClr val="7F7F7F"/>
      </a:lt2>
      <a:accent1>
        <a:srgbClr val="EA7728"/>
      </a:accent1>
      <a:accent2>
        <a:srgbClr val="F8A61D"/>
      </a:accent2>
      <a:accent3>
        <a:srgbClr val="FFE311"/>
      </a:accent3>
      <a:accent4>
        <a:srgbClr val="FFD082"/>
      </a:accent4>
      <a:accent5>
        <a:srgbClr val="78CCCC"/>
      </a:accent5>
      <a:accent6>
        <a:srgbClr val="9C6A6A"/>
      </a:accent6>
      <a:hlink>
        <a:srgbClr val="1773B1"/>
      </a:hlink>
      <a:folHlink>
        <a:srgbClr val="595959"/>
      </a:folHlink>
    </a:clrScheme>
    <a:fontScheme name="Custom 1">
      <a:majorFont>
        <a:latin typeface="Segoe UI Semibold"/>
        <a:ea typeface="微软雅黑"/>
        <a:cs typeface=""/>
      </a:majorFont>
      <a:minorFont>
        <a:latin typeface="Segoe UI Semilight"/>
        <a:ea typeface="微软雅黑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hannto</Template>
  <TotalTime>2003</TotalTime>
  <Words>2699</Words>
  <Application>Microsoft Office PowerPoint</Application>
  <PresentationFormat>宽屏</PresentationFormat>
  <Paragraphs>248</Paragraphs>
  <Slides>20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20</vt:i4>
      </vt:variant>
    </vt:vector>
  </HeadingPairs>
  <TitlesOfParts>
    <vt:vector size="29" baseType="lpstr">
      <vt:lpstr>Microsoft YaHei UI</vt:lpstr>
      <vt:lpstr>等线</vt:lpstr>
      <vt:lpstr>微软雅黑</vt:lpstr>
      <vt:lpstr>微软雅黑 Light</vt:lpstr>
      <vt:lpstr>Arial</vt:lpstr>
      <vt:lpstr>Segoe UI</vt:lpstr>
      <vt:lpstr>Segoe UI Semilight</vt:lpstr>
      <vt:lpstr>hannto</vt:lpstr>
      <vt:lpstr>4_橙色</vt:lpstr>
      <vt:lpstr>AiKen JY SI/DO</vt:lpstr>
      <vt:lpstr>PowerPoint 演示文稿</vt:lpstr>
      <vt:lpstr>PowerPoint 演示文稿</vt:lpstr>
      <vt:lpstr>PowerPoint 演示文稿</vt:lpstr>
      <vt:lpstr>SI 2：打造优秀的闭环体验</vt:lpstr>
      <vt:lpstr>PowerPoint 演示文稿</vt:lpstr>
      <vt:lpstr>PowerPoint 演示文稿</vt:lpstr>
      <vt:lpstr>市场与用户洞察</vt:lpstr>
      <vt:lpstr>复古经济与情绪价值双轮驱动</vt:lpstr>
      <vt:lpstr>核心目标人群</vt:lpstr>
      <vt:lpstr>核心目标人群</vt:lpstr>
      <vt:lpstr>核心使用场景</vt:lpstr>
      <vt:lpstr>产品定义</vt:lpstr>
      <vt:lpstr>一句话定义</vt:lpstr>
      <vt:lpstr>产品愿景与核心价值</vt:lpstr>
      <vt:lpstr>卖点一：无屏幕、过片结构，时尚便携潮玩</vt:lpstr>
      <vt:lpstr>卖点二：胶卷的仪式感和数码内核的便捷性</vt:lpstr>
      <vt:lpstr>卖点三：仿胶卷风格直出，叠加特效增加可玩性</vt:lpstr>
      <vt:lpstr>卖点四：按卷查看，二创拼贴分享</vt:lpstr>
      <vt:lpstr>竞品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楠翔 盛</dc:creator>
  <cp:lastModifiedBy>楠翔 盛</cp:lastModifiedBy>
  <cp:revision>3</cp:revision>
  <dcterms:created xsi:type="dcterms:W3CDTF">2026-10-19T03:05:34Z</dcterms:created>
  <dcterms:modified xsi:type="dcterms:W3CDTF">2026-10-26T14:21:56Z</dcterms:modified>
</cp:coreProperties>
</file>