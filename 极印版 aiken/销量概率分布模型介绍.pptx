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76" r:id="rId2"/>
  </p:sldMasterIdLst>
  <p:notesMasterIdLst>
    <p:notesMasterId r:id="rId7"/>
  </p:notesMasterIdLst>
  <p:sldIdLst>
    <p:sldId id="257" r:id="rId3"/>
    <p:sldId id="15742572" r:id="rId4"/>
    <p:sldId id="15742579" r:id="rId5"/>
    <p:sldId id="1574258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026" autoAdjust="0"/>
  </p:normalViewPr>
  <p:slideViewPr>
    <p:cSldViewPr snapToGrid="0">
      <p:cViewPr varScale="1">
        <p:scale>
          <a:sx n="72" d="100"/>
          <a:sy n="72" d="100"/>
        </p:scale>
        <p:origin x="76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200" dirty="0"/>
              <a:t>三年累计销量概率分布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模拟次数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Sheet1!$A$2:$A$47</c:f>
              <c:numCache>
                <c:formatCode>General</c:formatCode>
                <c:ptCount val="46"/>
                <c:pt idx="0">
                  <c:v>0</c:v>
                </c:pt>
                <c:pt idx="1">
                  <c:v>3043</c:v>
                </c:pt>
                <c:pt idx="2">
                  <c:v>6086</c:v>
                </c:pt>
                <c:pt idx="3">
                  <c:v>9130</c:v>
                </c:pt>
                <c:pt idx="4">
                  <c:v>12173</c:v>
                </c:pt>
                <c:pt idx="5">
                  <c:v>15217</c:v>
                </c:pt>
                <c:pt idx="6">
                  <c:v>18260</c:v>
                </c:pt>
                <c:pt idx="7">
                  <c:v>21304</c:v>
                </c:pt>
                <c:pt idx="8">
                  <c:v>24347</c:v>
                </c:pt>
                <c:pt idx="9">
                  <c:v>27391</c:v>
                </c:pt>
                <c:pt idx="10">
                  <c:v>30434</c:v>
                </c:pt>
                <c:pt idx="11">
                  <c:v>33478</c:v>
                </c:pt>
                <c:pt idx="12">
                  <c:v>36521</c:v>
                </c:pt>
                <c:pt idx="13">
                  <c:v>39565</c:v>
                </c:pt>
                <c:pt idx="14">
                  <c:v>42608</c:v>
                </c:pt>
                <c:pt idx="15">
                  <c:v>45652</c:v>
                </c:pt>
                <c:pt idx="16">
                  <c:v>48695</c:v>
                </c:pt>
                <c:pt idx="17">
                  <c:v>51739</c:v>
                </c:pt>
                <c:pt idx="18">
                  <c:v>54782</c:v>
                </c:pt>
                <c:pt idx="19">
                  <c:v>57826</c:v>
                </c:pt>
                <c:pt idx="20">
                  <c:v>60869</c:v>
                </c:pt>
                <c:pt idx="21">
                  <c:v>63913</c:v>
                </c:pt>
                <c:pt idx="22">
                  <c:v>66956</c:v>
                </c:pt>
                <c:pt idx="23">
                  <c:v>70000</c:v>
                </c:pt>
                <c:pt idx="24">
                  <c:v>73043</c:v>
                </c:pt>
                <c:pt idx="25">
                  <c:v>76086</c:v>
                </c:pt>
                <c:pt idx="26">
                  <c:v>79130</c:v>
                </c:pt>
                <c:pt idx="27">
                  <c:v>82173</c:v>
                </c:pt>
                <c:pt idx="28">
                  <c:v>85217</c:v>
                </c:pt>
                <c:pt idx="29">
                  <c:v>88260</c:v>
                </c:pt>
                <c:pt idx="30">
                  <c:v>91304</c:v>
                </c:pt>
                <c:pt idx="31">
                  <c:v>94347</c:v>
                </c:pt>
                <c:pt idx="32">
                  <c:v>97391</c:v>
                </c:pt>
                <c:pt idx="33">
                  <c:v>100434</c:v>
                </c:pt>
                <c:pt idx="34">
                  <c:v>103478</c:v>
                </c:pt>
                <c:pt idx="35">
                  <c:v>106521</c:v>
                </c:pt>
                <c:pt idx="36">
                  <c:v>109565</c:v>
                </c:pt>
                <c:pt idx="37">
                  <c:v>112608</c:v>
                </c:pt>
                <c:pt idx="38">
                  <c:v>115652</c:v>
                </c:pt>
                <c:pt idx="39">
                  <c:v>118695</c:v>
                </c:pt>
                <c:pt idx="40">
                  <c:v>121739</c:v>
                </c:pt>
                <c:pt idx="41">
                  <c:v>124782</c:v>
                </c:pt>
                <c:pt idx="42">
                  <c:v>127826</c:v>
                </c:pt>
                <c:pt idx="43">
                  <c:v>130869</c:v>
                </c:pt>
                <c:pt idx="44">
                  <c:v>133913</c:v>
                </c:pt>
                <c:pt idx="45">
                  <c:v>136956</c:v>
                </c:pt>
              </c:numCache>
            </c:numRef>
          </c:cat>
          <c:val>
            <c:numRef>
              <c:f>Sheet1!$B$2:$B$47</c:f>
              <c:numCache>
                <c:formatCode>General</c:formatCode>
                <c:ptCount val="46"/>
                <c:pt idx="0">
                  <c:v>0</c:v>
                </c:pt>
                <c:pt idx="1">
                  <c:v>4</c:v>
                </c:pt>
                <c:pt idx="2">
                  <c:v>19</c:v>
                </c:pt>
                <c:pt idx="3">
                  <c:v>29</c:v>
                </c:pt>
                <c:pt idx="4">
                  <c:v>46</c:v>
                </c:pt>
                <c:pt idx="5">
                  <c:v>73</c:v>
                </c:pt>
                <c:pt idx="6">
                  <c:v>95</c:v>
                </c:pt>
                <c:pt idx="7">
                  <c:v>92</c:v>
                </c:pt>
                <c:pt idx="8">
                  <c:v>151</c:v>
                </c:pt>
                <c:pt idx="9">
                  <c:v>156</c:v>
                </c:pt>
                <c:pt idx="10">
                  <c:v>168</c:v>
                </c:pt>
                <c:pt idx="11">
                  <c:v>223</c:v>
                </c:pt>
                <c:pt idx="12">
                  <c:v>259</c:v>
                </c:pt>
                <c:pt idx="13">
                  <c:v>292</c:v>
                </c:pt>
                <c:pt idx="14">
                  <c:v>307</c:v>
                </c:pt>
                <c:pt idx="15">
                  <c:v>313</c:v>
                </c:pt>
                <c:pt idx="16">
                  <c:v>356</c:v>
                </c:pt>
                <c:pt idx="17">
                  <c:v>371</c:v>
                </c:pt>
                <c:pt idx="18">
                  <c:v>385</c:v>
                </c:pt>
                <c:pt idx="19">
                  <c:v>390</c:v>
                </c:pt>
                <c:pt idx="20">
                  <c:v>348</c:v>
                </c:pt>
                <c:pt idx="21">
                  <c:v>353</c:v>
                </c:pt>
                <c:pt idx="22">
                  <c:v>365</c:v>
                </c:pt>
                <c:pt idx="23">
                  <c:v>317</c:v>
                </c:pt>
                <c:pt idx="24">
                  <c:v>280</c:v>
                </c:pt>
                <c:pt idx="25">
                  <c:v>281</c:v>
                </c:pt>
                <c:pt idx="26">
                  <c:v>271</c:v>
                </c:pt>
                <c:pt idx="27">
                  <c:v>239</c:v>
                </c:pt>
                <c:pt idx="28">
                  <c:v>212</c:v>
                </c:pt>
                <c:pt idx="29">
                  <c:v>207</c:v>
                </c:pt>
                <c:pt idx="30">
                  <c:v>177</c:v>
                </c:pt>
                <c:pt idx="31">
                  <c:v>137</c:v>
                </c:pt>
                <c:pt idx="32">
                  <c:v>147</c:v>
                </c:pt>
                <c:pt idx="33">
                  <c:v>123</c:v>
                </c:pt>
                <c:pt idx="34">
                  <c:v>98</c:v>
                </c:pt>
                <c:pt idx="35">
                  <c:v>95</c:v>
                </c:pt>
                <c:pt idx="36">
                  <c:v>85</c:v>
                </c:pt>
                <c:pt idx="37">
                  <c:v>56</c:v>
                </c:pt>
                <c:pt idx="38">
                  <c:v>59</c:v>
                </c:pt>
                <c:pt idx="39">
                  <c:v>65</c:v>
                </c:pt>
                <c:pt idx="40">
                  <c:v>47</c:v>
                </c:pt>
                <c:pt idx="41">
                  <c:v>54</c:v>
                </c:pt>
                <c:pt idx="42">
                  <c:v>37</c:v>
                </c:pt>
                <c:pt idx="43">
                  <c:v>33</c:v>
                </c:pt>
                <c:pt idx="44">
                  <c:v>29</c:v>
                </c:pt>
                <c:pt idx="45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3D-4268-B9E5-BA7B14719C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overlap val="-27"/>
        <c:axId val="1169301023"/>
        <c:axId val="1159851535"/>
      </c:barChart>
      <c:catAx>
        <c:axId val="116930102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59851535"/>
        <c:crosses val="autoZero"/>
        <c:auto val="1"/>
        <c:lblAlgn val="ctr"/>
        <c:lblOffset val="100"/>
        <c:noMultiLvlLbl val="0"/>
      </c:catAx>
      <c:valAx>
        <c:axId val="115985153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693010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200" dirty="0"/>
              <a:t>回测检验</a:t>
            </a:r>
            <a:r>
              <a:rPr lang="en-US" altLang="zh-CN" sz="1200" dirty="0"/>
              <a:t>2 – </a:t>
            </a:r>
            <a:r>
              <a:rPr lang="zh-CN" altLang="en-US" sz="1200" dirty="0"/>
              <a:t>大疆 </a:t>
            </a:r>
            <a:r>
              <a:rPr lang="en-US" altLang="zh-CN" sz="1200" dirty="0"/>
              <a:t>Pocket 3 </a:t>
            </a:r>
            <a:r>
              <a:rPr lang="zh-CN" altLang="en-US" sz="1200" dirty="0"/>
              <a:t>（￥</a:t>
            </a:r>
            <a:r>
              <a:rPr lang="en-US" altLang="zh-CN" sz="1200" dirty="0"/>
              <a:t>3499, 23-10</a:t>
            </a:r>
            <a:r>
              <a:rPr lang="zh-CN" altLang="en-US" sz="1200" dirty="0"/>
              <a:t>发布）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模拟次数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Sheet1!$A$2:$A$71</c:f>
              <c:numCache>
                <c:formatCode>General</c:formatCode>
                <c:ptCount val="70"/>
                <c:pt idx="0">
                  <c:v>0</c:v>
                </c:pt>
                <c:pt idx="1">
                  <c:v>171428</c:v>
                </c:pt>
                <c:pt idx="2">
                  <c:v>342857</c:v>
                </c:pt>
                <c:pt idx="3">
                  <c:v>514285</c:v>
                </c:pt>
                <c:pt idx="4">
                  <c:v>685714</c:v>
                </c:pt>
                <c:pt idx="5">
                  <c:v>857142</c:v>
                </c:pt>
                <c:pt idx="6">
                  <c:v>1028571</c:v>
                </c:pt>
                <c:pt idx="7">
                  <c:v>1200000</c:v>
                </c:pt>
                <c:pt idx="8">
                  <c:v>1371428</c:v>
                </c:pt>
                <c:pt idx="9">
                  <c:v>1542857</c:v>
                </c:pt>
                <c:pt idx="10">
                  <c:v>1714285</c:v>
                </c:pt>
                <c:pt idx="11">
                  <c:v>1885714</c:v>
                </c:pt>
                <c:pt idx="12">
                  <c:v>2057142</c:v>
                </c:pt>
                <c:pt idx="13">
                  <c:v>2228571</c:v>
                </c:pt>
                <c:pt idx="14">
                  <c:v>2400000</c:v>
                </c:pt>
                <c:pt idx="15">
                  <c:v>2571428</c:v>
                </c:pt>
                <c:pt idx="16">
                  <c:v>2742857</c:v>
                </c:pt>
                <c:pt idx="17">
                  <c:v>2914285</c:v>
                </c:pt>
                <c:pt idx="18">
                  <c:v>3085714</c:v>
                </c:pt>
                <c:pt idx="19">
                  <c:v>3257142</c:v>
                </c:pt>
                <c:pt idx="20">
                  <c:v>3428571</c:v>
                </c:pt>
                <c:pt idx="21">
                  <c:v>3600000</c:v>
                </c:pt>
                <c:pt idx="22">
                  <c:v>3771428</c:v>
                </c:pt>
                <c:pt idx="23">
                  <c:v>3942857</c:v>
                </c:pt>
                <c:pt idx="24">
                  <c:v>4114285</c:v>
                </c:pt>
                <c:pt idx="25">
                  <c:v>4285714</c:v>
                </c:pt>
                <c:pt idx="26">
                  <c:v>4457142</c:v>
                </c:pt>
                <c:pt idx="27">
                  <c:v>4628571</c:v>
                </c:pt>
                <c:pt idx="28">
                  <c:v>4800000</c:v>
                </c:pt>
                <c:pt idx="29">
                  <c:v>4971428</c:v>
                </c:pt>
                <c:pt idx="30">
                  <c:v>5142857</c:v>
                </c:pt>
                <c:pt idx="31">
                  <c:v>5314285</c:v>
                </c:pt>
                <c:pt idx="32">
                  <c:v>5485714</c:v>
                </c:pt>
                <c:pt idx="33">
                  <c:v>5657142</c:v>
                </c:pt>
                <c:pt idx="34">
                  <c:v>5828571</c:v>
                </c:pt>
                <c:pt idx="35">
                  <c:v>6000000</c:v>
                </c:pt>
                <c:pt idx="36">
                  <c:v>6171428</c:v>
                </c:pt>
                <c:pt idx="37">
                  <c:v>6342857</c:v>
                </c:pt>
                <c:pt idx="38">
                  <c:v>6514285</c:v>
                </c:pt>
                <c:pt idx="39">
                  <c:v>6685714</c:v>
                </c:pt>
                <c:pt idx="40">
                  <c:v>6857142</c:v>
                </c:pt>
                <c:pt idx="41">
                  <c:v>7028571</c:v>
                </c:pt>
                <c:pt idx="42">
                  <c:v>7200000</c:v>
                </c:pt>
                <c:pt idx="43">
                  <c:v>7371428</c:v>
                </c:pt>
                <c:pt idx="44">
                  <c:v>7542857</c:v>
                </c:pt>
                <c:pt idx="45">
                  <c:v>7714285</c:v>
                </c:pt>
                <c:pt idx="46">
                  <c:v>7885714</c:v>
                </c:pt>
                <c:pt idx="47">
                  <c:v>8057142</c:v>
                </c:pt>
                <c:pt idx="48">
                  <c:v>8228571</c:v>
                </c:pt>
                <c:pt idx="49">
                  <c:v>8400000</c:v>
                </c:pt>
                <c:pt idx="50">
                  <c:v>8571428</c:v>
                </c:pt>
                <c:pt idx="51">
                  <c:v>8742857</c:v>
                </c:pt>
                <c:pt idx="52">
                  <c:v>8914285</c:v>
                </c:pt>
                <c:pt idx="53">
                  <c:v>9085714</c:v>
                </c:pt>
                <c:pt idx="54">
                  <c:v>9257142</c:v>
                </c:pt>
                <c:pt idx="55">
                  <c:v>9428571</c:v>
                </c:pt>
                <c:pt idx="56">
                  <c:v>9600000</c:v>
                </c:pt>
                <c:pt idx="57">
                  <c:v>9771428</c:v>
                </c:pt>
                <c:pt idx="58">
                  <c:v>9942857</c:v>
                </c:pt>
                <c:pt idx="59">
                  <c:v>10114285</c:v>
                </c:pt>
                <c:pt idx="60">
                  <c:v>10285714</c:v>
                </c:pt>
                <c:pt idx="61">
                  <c:v>10457142</c:v>
                </c:pt>
                <c:pt idx="62">
                  <c:v>10628571</c:v>
                </c:pt>
                <c:pt idx="63">
                  <c:v>10800000</c:v>
                </c:pt>
                <c:pt idx="64">
                  <c:v>10971428</c:v>
                </c:pt>
                <c:pt idx="65">
                  <c:v>11142857</c:v>
                </c:pt>
                <c:pt idx="66">
                  <c:v>11314285</c:v>
                </c:pt>
                <c:pt idx="67">
                  <c:v>11485714</c:v>
                </c:pt>
                <c:pt idx="68">
                  <c:v>11657142</c:v>
                </c:pt>
                <c:pt idx="69">
                  <c:v>11828571</c:v>
                </c:pt>
              </c:numCache>
            </c:numRef>
          </c:cat>
          <c:val>
            <c:numRef>
              <c:f>Sheet1!$B$2:$B$71</c:f>
              <c:numCache>
                <c:formatCode>General</c:formatCode>
                <c:ptCount val="70"/>
                <c:pt idx="0">
                  <c:v>27431</c:v>
                </c:pt>
                <c:pt idx="1">
                  <c:v>35147</c:v>
                </c:pt>
                <c:pt idx="2">
                  <c:v>26721</c:v>
                </c:pt>
                <c:pt idx="3">
                  <c:v>20024</c:v>
                </c:pt>
                <c:pt idx="4">
                  <c:v>15059</c:v>
                </c:pt>
                <c:pt idx="5">
                  <c:v>11707</c:v>
                </c:pt>
                <c:pt idx="6">
                  <c:v>9330</c:v>
                </c:pt>
                <c:pt idx="7">
                  <c:v>7370</c:v>
                </c:pt>
                <c:pt idx="8">
                  <c:v>6004</c:v>
                </c:pt>
                <c:pt idx="9">
                  <c:v>5039</c:v>
                </c:pt>
                <c:pt idx="10">
                  <c:v>4175</c:v>
                </c:pt>
                <c:pt idx="11">
                  <c:v>3533</c:v>
                </c:pt>
                <c:pt idx="12">
                  <c:v>3025</c:v>
                </c:pt>
                <c:pt idx="13">
                  <c:v>2613</c:v>
                </c:pt>
                <c:pt idx="14">
                  <c:v>2219</c:v>
                </c:pt>
                <c:pt idx="15">
                  <c:v>2007</c:v>
                </c:pt>
                <c:pt idx="16">
                  <c:v>1756</c:v>
                </c:pt>
                <c:pt idx="17">
                  <c:v>1435</c:v>
                </c:pt>
                <c:pt idx="18">
                  <c:v>1333</c:v>
                </c:pt>
                <c:pt idx="19">
                  <c:v>1162</c:v>
                </c:pt>
                <c:pt idx="20">
                  <c:v>1062</c:v>
                </c:pt>
                <c:pt idx="21">
                  <c:v>932</c:v>
                </c:pt>
                <c:pt idx="22">
                  <c:v>789</c:v>
                </c:pt>
                <c:pt idx="23">
                  <c:v>699</c:v>
                </c:pt>
                <c:pt idx="24">
                  <c:v>680</c:v>
                </c:pt>
                <c:pt idx="25">
                  <c:v>655</c:v>
                </c:pt>
                <c:pt idx="26">
                  <c:v>558</c:v>
                </c:pt>
                <c:pt idx="27">
                  <c:v>471</c:v>
                </c:pt>
                <c:pt idx="28">
                  <c:v>475</c:v>
                </c:pt>
                <c:pt idx="29">
                  <c:v>412</c:v>
                </c:pt>
                <c:pt idx="30">
                  <c:v>387</c:v>
                </c:pt>
                <c:pt idx="31">
                  <c:v>326</c:v>
                </c:pt>
                <c:pt idx="32">
                  <c:v>331</c:v>
                </c:pt>
                <c:pt idx="33">
                  <c:v>316</c:v>
                </c:pt>
                <c:pt idx="34">
                  <c:v>286</c:v>
                </c:pt>
                <c:pt idx="35">
                  <c:v>255</c:v>
                </c:pt>
                <c:pt idx="36">
                  <c:v>247</c:v>
                </c:pt>
                <c:pt idx="37">
                  <c:v>209</c:v>
                </c:pt>
                <c:pt idx="38">
                  <c:v>195</c:v>
                </c:pt>
                <c:pt idx="39">
                  <c:v>197</c:v>
                </c:pt>
                <c:pt idx="40">
                  <c:v>173</c:v>
                </c:pt>
                <c:pt idx="41">
                  <c:v>162</c:v>
                </c:pt>
                <c:pt idx="42">
                  <c:v>165</c:v>
                </c:pt>
                <c:pt idx="43">
                  <c:v>161</c:v>
                </c:pt>
                <c:pt idx="44">
                  <c:v>152</c:v>
                </c:pt>
                <c:pt idx="45">
                  <c:v>119</c:v>
                </c:pt>
                <c:pt idx="46">
                  <c:v>127</c:v>
                </c:pt>
                <c:pt idx="47">
                  <c:v>108</c:v>
                </c:pt>
                <c:pt idx="48">
                  <c:v>101</c:v>
                </c:pt>
                <c:pt idx="49">
                  <c:v>89</c:v>
                </c:pt>
                <c:pt idx="50">
                  <c:v>85</c:v>
                </c:pt>
                <c:pt idx="51">
                  <c:v>92</c:v>
                </c:pt>
                <c:pt idx="52">
                  <c:v>92</c:v>
                </c:pt>
                <c:pt idx="53">
                  <c:v>79</c:v>
                </c:pt>
                <c:pt idx="54">
                  <c:v>88</c:v>
                </c:pt>
                <c:pt idx="55">
                  <c:v>60</c:v>
                </c:pt>
                <c:pt idx="56">
                  <c:v>64</c:v>
                </c:pt>
                <c:pt idx="57">
                  <c:v>42</c:v>
                </c:pt>
                <c:pt idx="58">
                  <c:v>45</c:v>
                </c:pt>
                <c:pt idx="59">
                  <c:v>61</c:v>
                </c:pt>
                <c:pt idx="60">
                  <c:v>58</c:v>
                </c:pt>
                <c:pt idx="61">
                  <c:v>52</c:v>
                </c:pt>
                <c:pt idx="62">
                  <c:v>44</c:v>
                </c:pt>
                <c:pt idx="63">
                  <c:v>44</c:v>
                </c:pt>
                <c:pt idx="64">
                  <c:v>42</c:v>
                </c:pt>
                <c:pt idx="65">
                  <c:v>47</c:v>
                </c:pt>
                <c:pt idx="66">
                  <c:v>40</c:v>
                </c:pt>
                <c:pt idx="67">
                  <c:v>43</c:v>
                </c:pt>
                <c:pt idx="68">
                  <c:v>48</c:v>
                </c:pt>
                <c:pt idx="69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5C-4439-988E-D5C97B665B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axId val="960714383"/>
        <c:axId val="539557071"/>
      </c:barChart>
      <c:catAx>
        <c:axId val="9607143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9557071"/>
        <c:crosses val="autoZero"/>
        <c:auto val="1"/>
        <c:lblAlgn val="ctr"/>
        <c:lblOffset val="100"/>
        <c:noMultiLvlLbl val="0"/>
      </c:catAx>
      <c:valAx>
        <c:axId val="539557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07143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Sheet1!$A$2:$A$7739</cx:f>
        <cx:lvl ptCount="7738" formatCode="G/通用格式">
          <cx:pt idx="0">1339</cx:pt>
          <cx:pt idx="1">1339</cx:pt>
          <cx:pt idx="2">2411</cx:pt>
          <cx:pt idx="3">2411</cx:pt>
          <cx:pt idx="4">2946</cx:pt>
          <cx:pt idx="5">3482</cx:pt>
          <cx:pt idx="6">3482</cx:pt>
          <cx:pt idx="7">3482</cx:pt>
          <cx:pt idx="8">3482</cx:pt>
          <cx:pt idx="9">4018</cx:pt>
          <cx:pt idx="10">4018</cx:pt>
          <cx:pt idx="11">4018</cx:pt>
          <cx:pt idx="12">4018</cx:pt>
          <cx:pt idx="13">4018</cx:pt>
          <cx:pt idx="14">4554</cx:pt>
          <cx:pt idx="15">4554</cx:pt>
          <cx:pt idx="16">4554</cx:pt>
          <cx:pt idx="17">4554</cx:pt>
          <cx:pt idx="18">4554</cx:pt>
          <cx:pt idx="19">4554</cx:pt>
          <cx:pt idx="20">4554</cx:pt>
          <cx:pt idx="21">4554</cx:pt>
          <cx:pt idx="22">4554</cx:pt>
          <cx:pt idx="23">4554</cx:pt>
          <cx:pt idx="24">4554</cx:pt>
          <cx:pt idx="25">4554</cx:pt>
          <cx:pt idx="26">4554</cx:pt>
          <cx:pt idx="27">4554</cx:pt>
          <cx:pt idx="28">4554</cx:pt>
          <cx:pt idx="29">4554</cx:pt>
          <cx:pt idx="30">4554</cx:pt>
          <cx:pt idx="31">5089</cx:pt>
          <cx:pt idx="32">5089</cx:pt>
          <cx:pt idx="33">5089</cx:pt>
          <cx:pt idx="34">5089</cx:pt>
          <cx:pt idx="35">5089</cx:pt>
          <cx:pt idx="36">5089</cx:pt>
          <cx:pt idx="37">5089</cx:pt>
          <cx:pt idx="38">5089</cx:pt>
          <cx:pt idx="39">5089</cx:pt>
          <cx:pt idx="40">5089</cx:pt>
          <cx:pt idx="41">5089</cx:pt>
          <cx:pt idx="42">5089</cx:pt>
          <cx:pt idx="43">5089</cx:pt>
          <cx:pt idx="44">5089</cx:pt>
          <cx:pt idx="45">5089</cx:pt>
          <cx:pt idx="46">5089</cx:pt>
          <cx:pt idx="47">5089</cx:pt>
          <cx:pt idx="48">5089</cx:pt>
          <cx:pt idx="49">5089</cx:pt>
          <cx:pt idx="50">5089</cx:pt>
          <cx:pt idx="51">5089</cx:pt>
          <cx:pt idx="52">5089</cx:pt>
          <cx:pt idx="53">5089</cx:pt>
          <cx:pt idx="54">5089</cx:pt>
          <cx:pt idx="55">5089</cx:pt>
          <cx:pt idx="56">5089</cx:pt>
          <cx:pt idx="57">5089</cx:pt>
          <cx:pt idx="58">5089</cx:pt>
          <cx:pt idx="59">5625</cx:pt>
          <cx:pt idx="60">5625</cx:pt>
          <cx:pt idx="61">5625</cx:pt>
          <cx:pt idx="62">5625</cx:pt>
          <cx:pt idx="63">5625</cx:pt>
          <cx:pt idx="64">5625</cx:pt>
          <cx:pt idx="65">5625</cx:pt>
          <cx:pt idx="66">5625</cx:pt>
          <cx:pt idx="67">5625</cx:pt>
          <cx:pt idx="68">5625</cx:pt>
          <cx:pt idx="69">5625</cx:pt>
          <cx:pt idx="70">5625</cx:pt>
          <cx:pt idx="71">5625</cx:pt>
          <cx:pt idx="72">5625</cx:pt>
          <cx:pt idx="73">5625</cx:pt>
          <cx:pt idx="74">5625</cx:pt>
          <cx:pt idx="75">5625</cx:pt>
          <cx:pt idx="76">5625</cx:pt>
          <cx:pt idx="77">5625</cx:pt>
          <cx:pt idx="78">5625</cx:pt>
          <cx:pt idx="79">5625</cx:pt>
          <cx:pt idx="80">5625</cx:pt>
          <cx:pt idx="81">5625</cx:pt>
          <cx:pt idx="82">5625</cx:pt>
          <cx:pt idx="83">5625</cx:pt>
          <cx:pt idx="84">5625</cx:pt>
          <cx:pt idx="85">5625</cx:pt>
          <cx:pt idx="86">5625</cx:pt>
          <cx:pt idx="87">5625</cx:pt>
          <cx:pt idx="88">5625</cx:pt>
          <cx:pt idx="89">5625</cx:pt>
          <cx:pt idx="90">5625</cx:pt>
          <cx:pt idx="91">5625</cx:pt>
          <cx:pt idx="92">5625</cx:pt>
          <cx:pt idx="93">5625</cx:pt>
          <cx:pt idx="94">5625</cx:pt>
          <cx:pt idx="95">5625</cx:pt>
          <cx:pt idx="96">5625</cx:pt>
          <cx:pt idx="97">5625</cx:pt>
          <cx:pt idx="98">5625</cx:pt>
          <cx:pt idx="99">5625</cx:pt>
          <cx:pt idx="100">5625</cx:pt>
          <cx:pt idx="101">5625</cx:pt>
          <cx:pt idx="102">5625</cx:pt>
          <cx:pt idx="103">5625</cx:pt>
          <cx:pt idx="104">5625</cx:pt>
          <cx:pt idx="105">5625</cx:pt>
          <cx:pt idx="106">5625</cx:pt>
          <cx:pt idx="107">5625</cx:pt>
          <cx:pt idx="108">5625</cx:pt>
          <cx:pt idx="109">5625</cx:pt>
          <cx:pt idx="110">5625</cx:pt>
          <cx:pt idx="111">5625</cx:pt>
          <cx:pt idx="112">5625</cx:pt>
          <cx:pt idx="113">5625</cx:pt>
          <cx:pt idx="114">5625</cx:pt>
          <cx:pt idx="115">5625</cx:pt>
          <cx:pt idx="116">5625</cx:pt>
          <cx:pt idx="117">5625</cx:pt>
          <cx:pt idx="118">5625</cx:pt>
          <cx:pt idx="119">5625</cx:pt>
          <cx:pt idx="120">6161</cx:pt>
          <cx:pt idx="121">6161</cx:pt>
          <cx:pt idx="122">6161</cx:pt>
          <cx:pt idx="123">6161</cx:pt>
          <cx:pt idx="124">6161</cx:pt>
          <cx:pt idx="125">6161</cx:pt>
          <cx:pt idx="126">6161</cx:pt>
          <cx:pt idx="127">6161</cx:pt>
          <cx:pt idx="128">6161</cx:pt>
          <cx:pt idx="129">6161</cx:pt>
          <cx:pt idx="130">6161</cx:pt>
          <cx:pt idx="131">6161</cx:pt>
          <cx:pt idx="132">6161</cx:pt>
          <cx:pt idx="133">6161</cx:pt>
          <cx:pt idx="134">6161</cx:pt>
          <cx:pt idx="135">6161</cx:pt>
          <cx:pt idx="136">6161</cx:pt>
          <cx:pt idx="137">6161</cx:pt>
          <cx:pt idx="138">6161</cx:pt>
          <cx:pt idx="139">6161</cx:pt>
          <cx:pt idx="140">6161</cx:pt>
          <cx:pt idx="141">6161</cx:pt>
          <cx:pt idx="142">6161</cx:pt>
          <cx:pt idx="143">6161</cx:pt>
          <cx:pt idx="144">6161</cx:pt>
          <cx:pt idx="145">6161</cx:pt>
          <cx:pt idx="146">6161</cx:pt>
          <cx:pt idx="147">6161</cx:pt>
          <cx:pt idx="148">6161</cx:pt>
          <cx:pt idx="149">6161</cx:pt>
          <cx:pt idx="150">6161</cx:pt>
          <cx:pt idx="151">6161</cx:pt>
          <cx:pt idx="152">6161</cx:pt>
          <cx:pt idx="153">6161</cx:pt>
          <cx:pt idx="154">6161</cx:pt>
          <cx:pt idx="155">6161</cx:pt>
          <cx:pt idx="156">6161</cx:pt>
          <cx:pt idx="157">6161</cx:pt>
          <cx:pt idx="158">6161</cx:pt>
          <cx:pt idx="159">6161</cx:pt>
          <cx:pt idx="160">6161</cx:pt>
          <cx:pt idx="161">6161</cx:pt>
          <cx:pt idx="162">6161</cx:pt>
          <cx:pt idx="163">6161</cx:pt>
          <cx:pt idx="164">6161</cx:pt>
          <cx:pt idx="165">6161</cx:pt>
          <cx:pt idx="166">6161</cx:pt>
          <cx:pt idx="167">6161</cx:pt>
          <cx:pt idx="168">6161</cx:pt>
          <cx:pt idx="169">6161</cx:pt>
          <cx:pt idx="170">6161</cx:pt>
          <cx:pt idx="171">6161</cx:pt>
          <cx:pt idx="172">6161</cx:pt>
          <cx:pt idx="173">6161</cx:pt>
          <cx:pt idx="174">6161</cx:pt>
          <cx:pt idx="175">6161</cx:pt>
          <cx:pt idx="176">6161</cx:pt>
          <cx:pt idx="177">6161</cx:pt>
          <cx:pt idx="178">6161</cx:pt>
          <cx:pt idx="179">6161</cx:pt>
          <cx:pt idx="180">6161</cx:pt>
          <cx:pt idx="181">6161</cx:pt>
          <cx:pt idx="182">6161</cx:pt>
          <cx:pt idx="183">6161</cx:pt>
          <cx:pt idx="184">6161</cx:pt>
          <cx:pt idx="185">6161</cx:pt>
          <cx:pt idx="186">6161</cx:pt>
          <cx:pt idx="187">6696</cx:pt>
          <cx:pt idx="188">6696</cx:pt>
          <cx:pt idx="189">6696</cx:pt>
          <cx:pt idx="190">6696</cx:pt>
          <cx:pt idx="191">6696</cx:pt>
          <cx:pt idx="192">6696</cx:pt>
          <cx:pt idx="193">6696</cx:pt>
          <cx:pt idx="194">6696</cx:pt>
          <cx:pt idx="195">6696</cx:pt>
          <cx:pt idx="196">6696</cx:pt>
          <cx:pt idx="197">6696</cx:pt>
          <cx:pt idx="198">6696</cx:pt>
          <cx:pt idx="199">6696</cx:pt>
          <cx:pt idx="200">6696</cx:pt>
          <cx:pt idx="201">6696</cx:pt>
          <cx:pt idx="202">6696</cx:pt>
          <cx:pt idx="203">6696</cx:pt>
          <cx:pt idx="204">6696</cx:pt>
          <cx:pt idx="205">6696</cx:pt>
          <cx:pt idx="206">6696</cx:pt>
          <cx:pt idx="207">6696</cx:pt>
          <cx:pt idx="208">6696</cx:pt>
          <cx:pt idx="209">6696</cx:pt>
          <cx:pt idx="210">6696</cx:pt>
          <cx:pt idx="211">6696</cx:pt>
          <cx:pt idx="212">6696</cx:pt>
          <cx:pt idx="213">6696</cx:pt>
          <cx:pt idx="214">6696</cx:pt>
          <cx:pt idx="215">6696</cx:pt>
          <cx:pt idx="216">6696</cx:pt>
          <cx:pt idx="217">6696</cx:pt>
          <cx:pt idx="218">6696</cx:pt>
          <cx:pt idx="219">6696</cx:pt>
          <cx:pt idx="220">6696</cx:pt>
          <cx:pt idx="221">6696</cx:pt>
          <cx:pt idx="222">6696</cx:pt>
          <cx:pt idx="223">6696</cx:pt>
          <cx:pt idx="224">6696</cx:pt>
          <cx:pt idx="225">6696</cx:pt>
          <cx:pt idx="226">6696</cx:pt>
          <cx:pt idx="227">6696</cx:pt>
          <cx:pt idx="228">6696</cx:pt>
          <cx:pt idx="229">6696</cx:pt>
          <cx:pt idx="230">6696</cx:pt>
          <cx:pt idx="231">6696</cx:pt>
          <cx:pt idx="232">6696</cx:pt>
          <cx:pt idx="233">6696</cx:pt>
          <cx:pt idx="234">6696</cx:pt>
          <cx:pt idx="235">6696</cx:pt>
          <cx:pt idx="236">6696</cx:pt>
          <cx:pt idx="237">6696</cx:pt>
          <cx:pt idx="238">6696</cx:pt>
          <cx:pt idx="239">6696</cx:pt>
          <cx:pt idx="240">6696</cx:pt>
          <cx:pt idx="241">6696</cx:pt>
          <cx:pt idx="242">6696</cx:pt>
          <cx:pt idx="243">6696</cx:pt>
          <cx:pt idx="244">6696</cx:pt>
          <cx:pt idx="245">6696</cx:pt>
          <cx:pt idx="246">6696</cx:pt>
          <cx:pt idx="247">6696</cx:pt>
          <cx:pt idx="248">6696</cx:pt>
          <cx:pt idx="249">6696</cx:pt>
          <cx:pt idx="250">6696</cx:pt>
          <cx:pt idx="251">6696</cx:pt>
          <cx:pt idx="252">6696</cx:pt>
          <cx:pt idx="253">6696</cx:pt>
          <cx:pt idx="254">6696</cx:pt>
          <cx:pt idx="255">6696</cx:pt>
          <cx:pt idx="256">6696</cx:pt>
          <cx:pt idx="257">6696</cx:pt>
          <cx:pt idx="258">6696</cx:pt>
          <cx:pt idx="259">6696</cx:pt>
          <cx:pt idx="260">6696</cx:pt>
          <cx:pt idx="261">6696</cx:pt>
          <cx:pt idx="262">6696</cx:pt>
          <cx:pt idx="263">6696</cx:pt>
          <cx:pt idx="264">6696</cx:pt>
          <cx:pt idx="265">6696</cx:pt>
          <cx:pt idx="266">6696</cx:pt>
          <cx:pt idx="267">6696</cx:pt>
          <cx:pt idx="268">6696</cx:pt>
          <cx:pt idx="269">6696</cx:pt>
          <cx:pt idx="270">6696</cx:pt>
          <cx:pt idx="271">6696</cx:pt>
          <cx:pt idx="272">6696</cx:pt>
          <cx:pt idx="273">6696</cx:pt>
          <cx:pt idx="274">6696</cx:pt>
          <cx:pt idx="275">6696</cx:pt>
          <cx:pt idx="276">6696</cx:pt>
          <cx:pt idx="277">6696</cx:pt>
          <cx:pt idx="278">6696</cx:pt>
          <cx:pt idx="279">6696</cx:pt>
          <cx:pt idx="280">6696</cx:pt>
          <cx:pt idx="281">6696</cx:pt>
          <cx:pt idx="282">6696</cx:pt>
          <cx:pt idx="283">6696</cx:pt>
          <cx:pt idx="284">6696</cx:pt>
          <cx:pt idx="285">6696</cx:pt>
          <cx:pt idx="286">6696</cx:pt>
          <cx:pt idx="287">6696</cx:pt>
          <cx:pt idx="288">6696</cx:pt>
          <cx:pt idx="289">6696</cx:pt>
          <cx:pt idx="290">6696</cx:pt>
          <cx:pt idx="291">6696</cx:pt>
          <cx:pt idx="292">6696</cx:pt>
          <cx:pt idx="293">6696</cx:pt>
          <cx:pt idx="294">6696</cx:pt>
          <cx:pt idx="295">6696</cx:pt>
          <cx:pt idx="296">6696</cx:pt>
          <cx:pt idx="297">6696</cx:pt>
          <cx:pt idx="298">7232</cx:pt>
          <cx:pt idx="299">7232</cx:pt>
          <cx:pt idx="300">7232</cx:pt>
          <cx:pt idx="301">7232</cx:pt>
          <cx:pt idx="302">7232</cx:pt>
          <cx:pt idx="303">7232</cx:pt>
          <cx:pt idx="304">7232</cx:pt>
          <cx:pt idx="305">7232</cx:pt>
          <cx:pt idx="306">7232</cx:pt>
          <cx:pt idx="307">7232</cx:pt>
          <cx:pt idx="308">7232</cx:pt>
          <cx:pt idx="309">7232</cx:pt>
          <cx:pt idx="310">7232</cx:pt>
          <cx:pt idx="311">7232</cx:pt>
          <cx:pt idx="312">7232</cx:pt>
          <cx:pt idx="313">7232</cx:pt>
          <cx:pt idx="314">7232</cx:pt>
          <cx:pt idx="315">7232</cx:pt>
          <cx:pt idx="316">7232</cx:pt>
          <cx:pt idx="317">7232</cx:pt>
          <cx:pt idx="318">7232</cx:pt>
          <cx:pt idx="319">7232</cx:pt>
          <cx:pt idx="320">7232</cx:pt>
          <cx:pt idx="321">7232</cx:pt>
          <cx:pt idx="322">7232</cx:pt>
          <cx:pt idx="323">7232</cx:pt>
          <cx:pt idx="324">7232</cx:pt>
          <cx:pt idx="325">7232</cx:pt>
          <cx:pt idx="326">7232</cx:pt>
          <cx:pt idx="327">7232</cx:pt>
          <cx:pt idx="328">7232</cx:pt>
          <cx:pt idx="329">7232</cx:pt>
          <cx:pt idx="330">7232</cx:pt>
          <cx:pt idx="331">7232</cx:pt>
          <cx:pt idx="332">7232</cx:pt>
          <cx:pt idx="333">7232</cx:pt>
          <cx:pt idx="334">7232</cx:pt>
          <cx:pt idx="335">7232</cx:pt>
          <cx:pt idx="336">7232</cx:pt>
          <cx:pt idx="337">7232</cx:pt>
          <cx:pt idx="338">7232</cx:pt>
          <cx:pt idx="339">7232</cx:pt>
          <cx:pt idx="340">7232</cx:pt>
          <cx:pt idx="341">7232</cx:pt>
          <cx:pt idx="342">7232</cx:pt>
          <cx:pt idx="343">7232</cx:pt>
          <cx:pt idx="344">7232</cx:pt>
          <cx:pt idx="345">7232</cx:pt>
          <cx:pt idx="346">7232</cx:pt>
          <cx:pt idx="347">7232</cx:pt>
          <cx:pt idx="348">7232</cx:pt>
          <cx:pt idx="349">7232</cx:pt>
          <cx:pt idx="350">7232</cx:pt>
          <cx:pt idx="351">7232</cx:pt>
          <cx:pt idx="352">7232</cx:pt>
          <cx:pt idx="353">7232</cx:pt>
          <cx:pt idx="354">7232</cx:pt>
          <cx:pt idx="355">7232</cx:pt>
          <cx:pt idx="356">7232</cx:pt>
          <cx:pt idx="357">7232</cx:pt>
          <cx:pt idx="358">7232</cx:pt>
          <cx:pt idx="359">7232</cx:pt>
          <cx:pt idx="360">7232</cx:pt>
          <cx:pt idx="361">7232</cx:pt>
          <cx:pt idx="362">7232</cx:pt>
          <cx:pt idx="363">7232</cx:pt>
          <cx:pt idx="364">7232</cx:pt>
          <cx:pt idx="365">7232</cx:pt>
          <cx:pt idx="366">7232</cx:pt>
          <cx:pt idx="367">7232</cx:pt>
          <cx:pt idx="368">7232</cx:pt>
          <cx:pt idx="369">7232</cx:pt>
          <cx:pt idx="370">7232</cx:pt>
          <cx:pt idx="371">7232</cx:pt>
          <cx:pt idx="372">7232</cx:pt>
          <cx:pt idx="373">7232</cx:pt>
          <cx:pt idx="374">7232</cx:pt>
          <cx:pt idx="375">7232</cx:pt>
          <cx:pt idx="376">7232</cx:pt>
          <cx:pt idx="377">7232</cx:pt>
          <cx:pt idx="378">7232</cx:pt>
          <cx:pt idx="379">7232</cx:pt>
          <cx:pt idx="380">7232</cx:pt>
          <cx:pt idx="381">7232</cx:pt>
          <cx:pt idx="382">7232</cx:pt>
          <cx:pt idx="383">7232</cx:pt>
          <cx:pt idx="384">7232</cx:pt>
          <cx:pt idx="385">7232</cx:pt>
          <cx:pt idx="386">7232</cx:pt>
          <cx:pt idx="387">7232</cx:pt>
          <cx:pt idx="388">7232</cx:pt>
          <cx:pt idx="389">7232</cx:pt>
          <cx:pt idx="390">7232</cx:pt>
          <cx:pt idx="391">7232</cx:pt>
          <cx:pt idx="392">7232</cx:pt>
          <cx:pt idx="393">7232</cx:pt>
          <cx:pt idx="394">7232</cx:pt>
          <cx:pt idx="395">7232</cx:pt>
          <cx:pt idx="396">7232</cx:pt>
          <cx:pt idx="397">7232</cx:pt>
          <cx:pt idx="398">7232</cx:pt>
          <cx:pt idx="399">7232</cx:pt>
          <cx:pt idx="400">7232</cx:pt>
          <cx:pt idx="401">7232</cx:pt>
          <cx:pt idx="402">7232</cx:pt>
          <cx:pt idx="403">7232</cx:pt>
          <cx:pt idx="404">7232</cx:pt>
          <cx:pt idx="405">7232</cx:pt>
          <cx:pt idx="406">7232</cx:pt>
          <cx:pt idx="407">7232</cx:pt>
          <cx:pt idx="408">7232</cx:pt>
          <cx:pt idx="409">7232</cx:pt>
          <cx:pt idx="410">7232</cx:pt>
          <cx:pt idx="411">7232</cx:pt>
          <cx:pt idx="412">7232</cx:pt>
          <cx:pt idx="413">7232</cx:pt>
          <cx:pt idx="414">7232</cx:pt>
          <cx:pt idx="415">7232</cx:pt>
          <cx:pt idx="416">7232</cx:pt>
          <cx:pt idx="417">7232</cx:pt>
          <cx:pt idx="418">7232</cx:pt>
          <cx:pt idx="419">7232</cx:pt>
          <cx:pt idx="420">7232</cx:pt>
          <cx:pt idx="421">7232</cx:pt>
          <cx:pt idx="422">7232</cx:pt>
          <cx:pt idx="423">7232</cx:pt>
          <cx:pt idx="424">7232</cx:pt>
          <cx:pt idx="425">7768</cx:pt>
          <cx:pt idx="426">7768</cx:pt>
          <cx:pt idx="427">7768</cx:pt>
          <cx:pt idx="428">7768</cx:pt>
          <cx:pt idx="429">7768</cx:pt>
          <cx:pt idx="430">7768</cx:pt>
          <cx:pt idx="431">7768</cx:pt>
          <cx:pt idx="432">7768</cx:pt>
          <cx:pt idx="433">7768</cx:pt>
          <cx:pt idx="434">7768</cx:pt>
          <cx:pt idx="435">7768</cx:pt>
          <cx:pt idx="436">7768</cx:pt>
          <cx:pt idx="437">7768</cx:pt>
          <cx:pt idx="438">7768</cx:pt>
          <cx:pt idx="439">7768</cx:pt>
          <cx:pt idx="440">7768</cx:pt>
          <cx:pt idx="441">7768</cx:pt>
          <cx:pt idx="442">7768</cx:pt>
          <cx:pt idx="443">7768</cx:pt>
          <cx:pt idx="444">7768</cx:pt>
          <cx:pt idx="445">7768</cx:pt>
          <cx:pt idx="446">7768</cx:pt>
          <cx:pt idx="447">7768</cx:pt>
          <cx:pt idx="448">7768</cx:pt>
          <cx:pt idx="449">7768</cx:pt>
          <cx:pt idx="450">7768</cx:pt>
          <cx:pt idx="451">7768</cx:pt>
          <cx:pt idx="452">7768</cx:pt>
          <cx:pt idx="453">7768</cx:pt>
          <cx:pt idx="454">7768</cx:pt>
          <cx:pt idx="455">7768</cx:pt>
          <cx:pt idx="456">7768</cx:pt>
          <cx:pt idx="457">7768</cx:pt>
          <cx:pt idx="458">7768</cx:pt>
          <cx:pt idx="459">7768</cx:pt>
          <cx:pt idx="460">7768</cx:pt>
          <cx:pt idx="461">7768</cx:pt>
          <cx:pt idx="462">7768</cx:pt>
          <cx:pt idx="463">7768</cx:pt>
          <cx:pt idx="464">7768</cx:pt>
          <cx:pt idx="465">7768</cx:pt>
          <cx:pt idx="466">7768</cx:pt>
          <cx:pt idx="467">7768</cx:pt>
          <cx:pt idx="468">7768</cx:pt>
          <cx:pt idx="469">7768</cx:pt>
          <cx:pt idx="470">7768</cx:pt>
          <cx:pt idx="471">7768</cx:pt>
          <cx:pt idx="472">7768</cx:pt>
          <cx:pt idx="473">7768</cx:pt>
          <cx:pt idx="474">7768</cx:pt>
          <cx:pt idx="475">7768</cx:pt>
          <cx:pt idx="476">7768</cx:pt>
          <cx:pt idx="477">7768</cx:pt>
          <cx:pt idx="478">7768</cx:pt>
          <cx:pt idx="479">7768</cx:pt>
          <cx:pt idx="480">7768</cx:pt>
          <cx:pt idx="481">7768</cx:pt>
          <cx:pt idx="482">7768</cx:pt>
          <cx:pt idx="483">7768</cx:pt>
          <cx:pt idx="484">7768</cx:pt>
          <cx:pt idx="485">7768</cx:pt>
          <cx:pt idx="486">7768</cx:pt>
          <cx:pt idx="487">7768</cx:pt>
          <cx:pt idx="488">7768</cx:pt>
          <cx:pt idx="489">7768</cx:pt>
          <cx:pt idx="490">7768</cx:pt>
          <cx:pt idx="491">7768</cx:pt>
          <cx:pt idx="492">7768</cx:pt>
          <cx:pt idx="493">7768</cx:pt>
          <cx:pt idx="494">7768</cx:pt>
          <cx:pt idx="495">7768</cx:pt>
          <cx:pt idx="496">7768</cx:pt>
          <cx:pt idx="497">7768</cx:pt>
          <cx:pt idx="498">7768</cx:pt>
          <cx:pt idx="499">7768</cx:pt>
          <cx:pt idx="500">7768</cx:pt>
          <cx:pt idx="501">7768</cx:pt>
          <cx:pt idx="502">7768</cx:pt>
          <cx:pt idx="503">7768</cx:pt>
          <cx:pt idx="504">7768</cx:pt>
          <cx:pt idx="505">7768</cx:pt>
          <cx:pt idx="506">7768</cx:pt>
          <cx:pt idx="507">7768</cx:pt>
          <cx:pt idx="508">7768</cx:pt>
          <cx:pt idx="509">7768</cx:pt>
          <cx:pt idx="510">7768</cx:pt>
          <cx:pt idx="511">7768</cx:pt>
          <cx:pt idx="512">7768</cx:pt>
          <cx:pt idx="513">7768</cx:pt>
          <cx:pt idx="514">7768</cx:pt>
          <cx:pt idx="515">7768</cx:pt>
          <cx:pt idx="516">7768</cx:pt>
          <cx:pt idx="517">7768</cx:pt>
          <cx:pt idx="518">7768</cx:pt>
          <cx:pt idx="519">7768</cx:pt>
          <cx:pt idx="520">7768</cx:pt>
          <cx:pt idx="521">7768</cx:pt>
          <cx:pt idx="522">7768</cx:pt>
          <cx:pt idx="523">7768</cx:pt>
          <cx:pt idx="524">7768</cx:pt>
          <cx:pt idx="525">7768</cx:pt>
          <cx:pt idx="526">7768</cx:pt>
          <cx:pt idx="527">7768</cx:pt>
          <cx:pt idx="528">7768</cx:pt>
          <cx:pt idx="529">7768</cx:pt>
          <cx:pt idx="530">7768</cx:pt>
          <cx:pt idx="531">7768</cx:pt>
          <cx:pt idx="532">7768</cx:pt>
          <cx:pt idx="533">7768</cx:pt>
          <cx:pt idx="534">7768</cx:pt>
          <cx:pt idx="535">7768</cx:pt>
          <cx:pt idx="536">7768</cx:pt>
          <cx:pt idx="537">7768</cx:pt>
          <cx:pt idx="538">7768</cx:pt>
          <cx:pt idx="539">7768</cx:pt>
          <cx:pt idx="540">7768</cx:pt>
          <cx:pt idx="541">7768</cx:pt>
          <cx:pt idx="542">7768</cx:pt>
          <cx:pt idx="543">7768</cx:pt>
          <cx:pt idx="544">7768</cx:pt>
          <cx:pt idx="545">7768</cx:pt>
          <cx:pt idx="546">7768</cx:pt>
          <cx:pt idx="547">7768</cx:pt>
          <cx:pt idx="548">7768</cx:pt>
          <cx:pt idx="549">7768</cx:pt>
          <cx:pt idx="550">7768</cx:pt>
          <cx:pt idx="551">7768</cx:pt>
          <cx:pt idx="552">7768</cx:pt>
          <cx:pt idx="553">7768</cx:pt>
          <cx:pt idx="554">7768</cx:pt>
          <cx:pt idx="555">7768</cx:pt>
          <cx:pt idx="556">7768</cx:pt>
          <cx:pt idx="557">7768</cx:pt>
          <cx:pt idx="558">7768</cx:pt>
          <cx:pt idx="559">7768</cx:pt>
          <cx:pt idx="560">7768</cx:pt>
          <cx:pt idx="561">7768</cx:pt>
          <cx:pt idx="562">7768</cx:pt>
          <cx:pt idx="563">7768</cx:pt>
          <cx:pt idx="564">7768</cx:pt>
          <cx:pt idx="565">7768</cx:pt>
          <cx:pt idx="566">7768</cx:pt>
          <cx:pt idx="567">7768</cx:pt>
          <cx:pt idx="568">7768</cx:pt>
          <cx:pt idx="569">7768</cx:pt>
          <cx:pt idx="570">7768</cx:pt>
          <cx:pt idx="571">7768</cx:pt>
          <cx:pt idx="572">7768</cx:pt>
          <cx:pt idx="573">7768</cx:pt>
          <cx:pt idx="574">7768</cx:pt>
          <cx:pt idx="575">8304</cx:pt>
          <cx:pt idx="576">8304</cx:pt>
          <cx:pt idx="577">8304</cx:pt>
          <cx:pt idx="578">8304</cx:pt>
          <cx:pt idx="579">8304</cx:pt>
          <cx:pt idx="580">8304</cx:pt>
          <cx:pt idx="581">8304</cx:pt>
          <cx:pt idx="582">8304</cx:pt>
          <cx:pt idx="583">8304</cx:pt>
          <cx:pt idx="584">8304</cx:pt>
          <cx:pt idx="585">8304</cx:pt>
          <cx:pt idx="586">8304</cx:pt>
          <cx:pt idx="587">8304</cx:pt>
          <cx:pt idx="588">8304</cx:pt>
          <cx:pt idx="589">8304</cx:pt>
          <cx:pt idx="590">8304</cx:pt>
          <cx:pt idx="591">8304</cx:pt>
          <cx:pt idx="592">8304</cx:pt>
          <cx:pt idx="593">8304</cx:pt>
          <cx:pt idx="594">8304</cx:pt>
          <cx:pt idx="595">8304</cx:pt>
          <cx:pt idx="596">8304</cx:pt>
          <cx:pt idx="597">8304</cx:pt>
          <cx:pt idx="598">8304</cx:pt>
          <cx:pt idx="599">8304</cx:pt>
          <cx:pt idx="600">8304</cx:pt>
          <cx:pt idx="601">8304</cx:pt>
          <cx:pt idx="602">8304</cx:pt>
          <cx:pt idx="603">8304</cx:pt>
          <cx:pt idx="604">8304</cx:pt>
          <cx:pt idx="605">8304</cx:pt>
          <cx:pt idx="606">8304</cx:pt>
          <cx:pt idx="607">8304</cx:pt>
          <cx:pt idx="608">8304</cx:pt>
          <cx:pt idx="609">8304</cx:pt>
          <cx:pt idx="610">8304</cx:pt>
          <cx:pt idx="611">8304</cx:pt>
          <cx:pt idx="612">8304</cx:pt>
          <cx:pt idx="613">8304</cx:pt>
          <cx:pt idx="614">8304</cx:pt>
          <cx:pt idx="615">8304</cx:pt>
          <cx:pt idx="616">8304</cx:pt>
          <cx:pt idx="617">8304</cx:pt>
          <cx:pt idx="618">8304</cx:pt>
          <cx:pt idx="619">8304</cx:pt>
          <cx:pt idx="620">8304</cx:pt>
          <cx:pt idx="621">8304</cx:pt>
          <cx:pt idx="622">8304</cx:pt>
          <cx:pt idx="623">8304</cx:pt>
          <cx:pt idx="624">8304</cx:pt>
          <cx:pt idx="625">8304</cx:pt>
          <cx:pt idx="626">8304</cx:pt>
          <cx:pt idx="627">8304</cx:pt>
          <cx:pt idx="628">8304</cx:pt>
          <cx:pt idx="629">8304</cx:pt>
          <cx:pt idx="630">8304</cx:pt>
          <cx:pt idx="631">8304</cx:pt>
          <cx:pt idx="632">8304</cx:pt>
          <cx:pt idx="633">8304</cx:pt>
          <cx:pt idx="634">8304</cx:pt>
          <cx:pt idx="635">8304</cx:pt>
          <cx:pt idx="636">8304</cx:pt>
          <cx:pt idx="637">8304</cx:pt>
          <cx:pt idx="638">8304</cx:pt>
          <cx:pt idx="639">8304</cx:pt>
          <cx:pt idx="640">8304</cx:pt>
          <cx:pt idx="641">8304</cx:pt>
          <cx:pt idx="642">8304</cx:pt>
          <cx:pt idx="643">8304</cx:pt>
          <cx:pt idx="644">8304</cx:pt>
          <cx:pt idx="645">8304</cx:pt>
          <cx:pt idx="646">8304</cx:pt>
          <cx:pt idx="647">8304</cx:pt>
          <cx:pt idx="648">8304</cx:pt>
          <cx:pt idx="649">8304</cx:pt>
          <cx:pt idx="650">8304</cx:pt>
          <cx:pt idx="651">8304</cx:pt>
          <cx:pt idx="652">8304</cx:pt>
          <cx:pt idx="653">8304</cx:pt>
          <cx:pt idx="654">8304</cx:pt>
          <cx:pt idx="655">8304</cx:pt>
          <cx:pt idx="656">8304</cx:pt>
          <cx:pt idx="657">8304</cx:pt>
          <cx:pt idx="658">8304</cx:pt>
          <cx:pt idx="659">8304</cx:pt>
          <cx:pt idx="660">8304</cx:pt>
          <cx:pt idx="661">8304</cx:pt>
          <cx:pt idx="662">8304</cx:pt>
          <cx:pt idx="663">8304</cx:pt>
          <cx:pt idx="664">8304</cx:pt>
          <cx:pt idx="665">8304</cx:pt>
          <cx:pt idx="666">8304</cx:pt>
          <cx:pt idx="667">8304</cx:pt>
          <cx:pt idx="668">8304</cx:pt>
          <cx:pt idx="669">8304</cx:pt>
          <cx:pt idx="670">8304</cx:pt>
          <cx:pt idx="671">8304</cx:pt>
          <cx:pt idx="672">8304</cx:pt>
          <cx:pt idx="673">8304</cx:pt>
          <cx:pt idx="674">8304</cx:pt>
          <cx:pt idx="675">8304</cx:pt>
          <cx:pt idx="676">8304</cx:pt>
          <cx:pt idx="677">8304</cx:pt>
          <cx:pt idx="678">8304</cx:pt>
          <cx:pt idx="679">8304</cx:pt>
          <cx:pt idx="680">8304</cx:pt>
          <cx:pt idx="681">8304</cx:pt>
          <cx:pt idx="682">8304</cx:pt>
          <cx:pt idx="683">8304</cx:pt>
          <cx:pt idx="684">8304</cx:pt>
          <cx:pt idx="685">8304</cx:pt>
          <cx:pt idx="686">8304</cx:pt>
          <cx:pt idx="687">8304</cx:pt>
          <cx:pt idx="688">8304</cx:pt>
          <cx:pt idx="689">8304</cx:pt>
          <cx:pt idx="690">8304</cx:pt>
          <cx:pt idx="691">8304</cx:pt>
          <cx:pt idx="692">8304</cx:pt>
          <cx:pt idx="693">8304</cx:pt>
          <cx:pt idx="694">8304</cx:pt>
          <cx:pt idx="695">8304</cx:pt>
          <cx:pt idx="696">8304</cx:pt>
          <cx:pt idx="697">8304</cx:pt>
          <cx:pt idx="698">8304</cx:pt>
          <cx:pt idx="699">8304</cx:pt>
          <cx:pt idx="700">8304</cx:pt>
          <cx:pt idx="701">8304</cx:pt>
          <cx:pt idx="702">8304</cx:pt>
          <cx:pt idx="703">8304</cx:pt>
          <cx:pt idx="704">8304</cx:pt>
          <cx:pt idx="705">8304</cx:pt>
          <cx:pt idx="706">8304</cx:pt>
          <cx:pt idx="707">8304</cx:pt>
          <cx:pt idx="708">8304</cx:pt>
          <cx:pt idx="709">8304</cx:pt>
          <cx:pt idx="710">8304</cx:pt>
          <cx:pt idx="711">8304</cx:pt>
          <cx:pt idx="712">8304</cx:pt>
          <cx:pt idx="713">8304</cx:pt>
          <cx:pt idx="714">8304</cx:pt>
          <cx:pt idx="715">8304</cx:pt>
          <cx:pt idx="716">8304</cx:pt>
          <cx:pt idx="717">8304</cx:pt>
          <cx:pt idx="718">8304</cx:pt>
          <cx:pt idx="719">8304</cx:pt>
          <cx:pt idx="720">8304</cx:pt>
          <cx:pt idx="721">8304</cx:pt>
          <cx:pt idx="722">8304</cx:pt>
          <cx:pt idx="723">8304</cx:pt>
          <cx:pt idx="724">8304</cx:pt>
          <cx:pt idx="725">8304</cx:pt>
          <cx:pt idx="726">8304</cx:pt>
          <cx:pt idx="727">8304</cx:pt>
          <cx:pt idx="728">8304</cx:pt>
          <cx:pt idx="729">8304</cx:pt>
          <cx:pt idx="730">8304</cx:pt>
          <cx:pt idx="731">8304</cx:pt>
          <cx:pt idx="732">8304</cx:pt>
          <cx:pt idx="733">8304</cx:pt>
          <cx:pt idx="734">8304</cx:pt>
          <cx:pt idx="735">8304</cx:pt>
          <cx:pt idx="736">8304</cx:pt>
          <cx:pt idx="737">8304</cx:pt>
          <cx:pt idx="738">8304</cx:pt>
          <cx:pt idx="739">8304</cx:pt>
          <cx:pt idx="740">8304</cx:pt>
          <cx:pt idx="741">8304</cx:pt>
          <cx:pt idx="742">8304</cx:pt>
          <cx:pt idx="743">8304</cx:pt>
          <cx:pt idx="744">8304</cx:pt>
          <cx:pt idx="745">8304</cx:pt>
          <cx:pt idx="746">8304</cx:pt>
          <cx:pt idx="747">8304</cx:pt>
          <cx:pt idx="748">8304</cx:pt>
          <cx:pt idx="749">8304</cx:pt>
          <cx:pt idx="750">8304</cx:pt>
          <cx:pt idx="751">8304</cx:pt>
          <cx:pt idx="752">8304</cx:pt>
          <cx:pt idx="753">8304</cx:pt>
          <cx:pt idx="754">8304</cx:pt>
          <cx:pt idx="755">8304</cx:pt>
          <cx:pt idx="756">8304</cx:pt>
          <cx:pt idx="757">8304</cx:pt>
          <cx:pt idx="758">8304</cx:pt>
          <cx:pt idx="759">8304</cx:pt>
          <cx:pt idx="760">8304</cx:pt>
          <cx:pt idx="761">8304</cx:pt>
          <cx:pt idx="762">8304</cx:pt>
          <cx:pt idx="763">8304</cx:pt>
          <cx:pt idx="764">8304</cx:pt>
          <cx:pt idx="765">8304</cx:pt>
          <cx:pt idx="766">8304</cx:pt>
          <cx:pt idx="767">8304</cx:pt>
          <cx:pt idx="768">8304</cx:pt>
          <cx:pt idx="769">8304</cx:pt>
          <cx:pt idx="770">8304</cx:pt>
          <cx:pt idx="771">8304</cx:pt>
          <cx:pt idx="772">8304</cx:pt>
          <cx:pt idx="773">8304</cx:pt>
          <cx:pt idx="774">8304</cx:pt>
          <cx:pt idx="775">8304</cx:pt>
          <cx:pt idx="776">8304</cx:pt>
          <cx:pt idx="777">8304</cx:pt>
          <cx:pt idx="778">8304</cx:pt>
          <cx:pt idx="779">8304</cx:pt>
          <cx:pt idx="780">8304</cx:pt>
          <cx:pt idx="781">8304</cx:pt>
          <cx:pt idx="782">8304</cx:pt>
          <cx:pt idx="783">8304</cx:pt>
          <cx:pt idx="784">8304</cx:pt>
          <cx:pt idx="785">8304</cx:pt>
          <cx:pt idx="786">8304</cx:pt>
          <cx:pt idx="787">8304</cx:pt>
          <cx:pt idx="788">8304</cx:pt>
          <cx:pt idx="789">8304</cx:pt>
          <cx:pt idx="790">8839</cx:pt>
          <cx:pt idx="791">8839</cx:pt>
          <cx:pt idx="792">8839</cx:pt>
          <cx:pt idx="793">8839</cx:pt>
          <cx:pt idx="794">8839</cx:pt>
          <cx:pt idx="795">8839</cx:pt>
          <cx:pt idx="796">8839</cx:pt>
          <cx:pt idx="797">8839</cx:pt>
          <cx:pt idx="798">8839</cx:pt>
          <cx:pt idx="799">8839</cx:pt>
          <cx:pt idx="800">8839</cx:pt>
          <cx:pt idx="801">8839</cx:pt>
          <cx:pt idx="802">8839</cx:pt>
          <cx:pt idx="803">8839</cx:pt>
          <cx:pt idx="804">8839</cx:pt>
          <cx:pt idx="805">8839</cx:pt>
          <cx:pt idx="806">8839</cx:pt>
          <cx:pt idx="807">8839</cx:pt>
          <cx:pt idx="808">8839</cx:pt>
          <cx:pt idx="809">8839</cx:pt>
          <cx:pt idx="810">8839</cx:pt>
          <cx:pt idx="811">8839</cx:pt>
          <cx:pt idx="812">8839</cx:pt>
          <cx:pt idx="813">8839</cx:pt>
          <cx:pt idx="814">8839</cx:pt>
          <cx:pt idx="815">8839</cx:pt>
          <cx:pt idx="816">8839</cx:pt>
          <cx:pt idx="817">8839</cx:pt>
          <cx:pt idx="818">8839</cx:pt>
          <cx:pt idx="819">8839</cx:pt>
          <cx:pt idx="820">8839</cx:pt>
          <cx:pt idx="821">8839</cx:pt>
          <cx:pt idx="822">8839</cx:pt>
          <cx:pt idx="823">8839</cx:pt>
          <cx:pt idx="824">8839</cx:pt>
          <cx:pt idx="825">8839</cx:pt>
          <cx:pt idx="826">8839</cx:pt>
          <cx:pt idx="827">8839</cx:pt>
          <cx:pt idx="828">8839</cx:pt>
          <cx:pt idx="829">8839</cx:pt>
          <cx:pt idx="830">8839</cx:pt>
          <cx:pt idx="831">8839</cx:pt>
          <cx:pt idx="832">8839</cx:pt>
          <cx:pt idx="833">8839</cx:pt>
          <cx:pt idx="834">8839</cx:pt>
          <cx:pt idx="835">8839</cx:pt>
          <cx:pt idx="836">8839</cx:pt>
          <cx:pt idx="837">8839</cx:pt>
          <cx:pt idx="838">8839</cx:pt>
          <cx:pt idx="839">8839</cx:pt>
          <cx:pt idx="840">8839</cx:pt>
          <cx:pt idx="841">8839</cx:pt>
          <cx:pt idx="842">8839</cx:pt>
          <cx:pt idx="843">8839</cx:pt>
          <cx:pt idx="844">8839</cx:pt>
          <cx:pt idx="845">8839</cx:pt>
          <cx:pt idx="846">8839</cx:pt>
          <cx:pt idx="847">8839</cx:pt>
          <cx:pt idx="848">8839</cx:pt>
          <cx:pt idx="849">8839</cx:pt>
          <cx:pt idx="850">8839</cx:pt>
          <cx:pt idx="851">8839</cx:pt>
          <cx:pt idx="852">8839</cx:pt>
          <cx:pt idx="853">8839</cx:pt>
          <cx:pt idx="854">8839</cx:pt>
          <cx:pt idx="855">8839</cx:pt>
          <cx:pt idx="856">8839</cx:pt>
          <cx:pt idx="857">8839</cx:pt>
          <cx:pt idx="858">8839</cx:pt>
          <cx:pt idx="859">8839</cx:pt>
          <cx:pt idx="860">8839</cx:pt>
          <cx:pt idx="861">8839</cx:pt>
          <cx:pt idx="862">8839</cx:pt>
          <cx:pt idx="863">8839</cx:pt>
          <cx:pt idx="864">8839</cx:pt>
          <cx:pt idx="865">8839</cx:pt>
          <cx:pt idx="866">8839</cx:pt>
          <cx:pt idx="867">8839</cx:pt>
          <cx:pt idx="868">8839</cx:pt>
          <cx:pt idx="869">8839</cx:pt>
          <cx:pt idx="870">8839</cx:pt>
          <cx:pt idx="871">8839</cx:pt>
          <cx:pt idx="872">8839</cx:pt>
          <cx:pt idx="873">8839</cx:pt>
          <cx:pt idx="874">8839</cx:pt>
          <cx:pt idx="875">8839</cx:pt>
          <cx:pt idx="876">8839</cx:pt>
          <cx:pt idx="877">8839</cx:pt>
          <cx:pt idx="878">8839</cx:pt>
          <cx:pt idx="879">8839</cx:pt>
          <cx:pt idx="880">8839</cx:pt>
          <cx:pt idx="881">8839</cx:pt>
          <cx:pt idx="882">8839</cx:pt>
          <cx:pt idx="883">8839</cx:pt>
          <cx:pt idx="884">8839</cx:pt>
          <cx:pt idx="885">8839</cx:pt>
          <cx:pt idx="886">8839</cx:pt>
          <cx:pt idx="887">8839</cx:pt>
          <cx:pt idx="888">8839</cx:pt>
          <cx:pt idx="889">8839</cx:pt>
          <cx:pt idx="890">8839</cx:pt>
          <cx:pt idx="891">8839</cx:pt>
          <cx:pt idx="892">8839</cx:pt>
          <cx:pt idx="893">8839</cx:pt>
          <cx:pt idx="894">8839</cx:pt>
          <cx:pt idx="895">8839</cx:pt>
          <cx:pt idx="896">8839</cx:pt>
          <cx:pt idx="897">8839</cx:pt>
          <cx:pt idx="898">8839</cx:pt>
          <cx:pt idx="899">8839</cx:pt>
          <cx:pt idx="900">8839</cx:pt>
          <cx:pt idx="901">8839</cx:pt>
          <cx:pt idx="902">8839</cx:pt>
          <cx:pt idx="903">8839</cx:pt>
          <cx:pt idx="904">8839</cx:pt>
          <cx:pt idx="905">8839</cx:pt>
          <cx:pt idx="906">8839</cx:pt>
          <cx:pt idx="907">8839</cx:pt>
          <cx:pt idx="908">8839</cx:pt>
          <cx:pt idx="909">8839</cx:pt>
          <cx:pt idx="910">8839</cx:pt>
          <cx:pt idx="911">8839</cx:pt>
          <cx:pt idx="912">8839</cx:pt>
          <cx:pt idx="913">8839</cx:pt>
          <cx:pt idx="914">8839</cx:pt>
          <cx:pt idx="915">8839</cx:pt>
          <cx:pt idx="916">8839</cx:pt>
          <cx:pt idx="917">8839</cx:pt>
          <cx:pt idx="918">8839</cx:pt>
          <cx:pt idx="919">8839</cx:pt>
          <cx:pt idx="920">8839</cx:pt>
          <cx:pt idx="921">8839</cx:pt>
          <cx:pt idx="922">8839</cx:pt>
          <cx:pt idx="923">8839</cx:pt>
          <cx:pt idx="924">8839</cx:pt>
          <cx:pt idx="925">8839</cx:pt>
          <cx:pt idx="926">8839</cx:pt>
          <cx:pt idx="927">8839</cx:pt>
          <cx:pt idx="928">8839</cx:pt>
          <cx:pt idx="929">8839</cx:pt>
          <cx:pt idx="930">8839</cx:pt>
          <cx:pt idx="931">8839</cx:pt>
          <cx:pt idx="932">8839</cx:pt>
          <cx:pt idx="933">8839</cx:pt>
          <cx:pt idx="934">8839</cx:pt>
          <cx:pt idx="935">8839</cx:pt>
          <cx:pt idx="936">8839</cx:pt>
          <cx:pt idx="937">8839</cx:pt>
          <cx:pt idx="938">8839</cx:pt>
          <cx:pt idx="939">8839</cx:pt>
          <cx:pt idx="940">8839</cx:pt>
          <cx:pt idx="941">8839</cx:pt>
          <cx:pt idx="942">8839</cx:pt>
          <cx:pt idx="943">8839</cx:pt>
          <cx:pt idx="944">8839</cx:pt>
          <cx:pt idx="945">8839</cx:pt>
          <cx:pt idx="946">8839</cx:pt>
          <cx:pt idx="947">8839</cx:pt>
          <cx:pt idx="948">8839</cx:pt>
          <cx:pt idx="949">8839</cx:pt>
          <cx:pt idx="950">8839</cx:pt>
          <cx:pt idx="951">8839</cx:pt>
          <cx:pt idx="952">8839</cx:pt>
          <cx:pt idx="953">8839</cx:pt>
          <cx:pt idx="954">8839</cx:pt>
          <cx:pt idx="955">8839</cx:pt>
          <cx:pt idx="956">8839</cx:pt>
          <cx:pt idx="957">8839</cx:pt>
          <cx:pt idx="958">8839</cx:pt>
          <cx:pt idx="959">8839</cx:pt>
          <cx:pt idx="960">8839</cx:pt>
          <cx:pt idx="961">8839</cx:pt>
          <cx:pt idx="962">8839</cx:pt>
          <cx:pt idx="963">8839</cx:pt>
          <cx:pt idx="964">8839</cx:pt>
          <cx:pt idx="965">8839</cx:pt>
          <cx:pt idx="966">8839</cx:pt>
          <cx:pt idx="967">8839</cx:pt>
          <cx:pt idx="968">8839</cx:pt>
          <cx:pt idx="969">8839</cx:pt>
          <cx:pt idx="970">8839</cx:pt>
          <cx:pt idx="971">8839</cx:pt>
          <cx:pt idx="972">8839</cx:pt>
          <cx:pt idx="973">8839</cx:pt>
          <cx:pt idx="974">8839</cx:pt>
          <cx:pt idx="975">8839</cx:pt>
          <cx:pt idx="976">8839</cx:pt>
          <cx:pt idx="977">8839</cx:pt>
          <cx:pt idx="978">8839</cx:pt>
          <cx:pt idx="979">8839</cx:pt>
          <cx:pt idx="980">8839</cx:pt>
          <cx:pt idx="981">8839</cx:pt>
          <cx:pt idx="982">8839</cx:pt>
          <cx:pt idx="983">8839</cx:pt>
          <cx:pt idx="984">8839</cx:pt>
          <cx:pt idx="985">8839</cx:pt>
          <cx:pt idx="986">8839</cx:pt>
          <cx:pt idx="987">8839</cx:pt>
          <cx:pt idx="988">8839</cx:pt>
          <cx:pt idx="989">8839</cx:pt>
          <cx:pt idx="990">8839</cx:pt>
          <cx:pt idx="991">8839</cx:pt>
          <cx:pt idx="992">8839</cx:pt>
          <cx:pt idx="993">8839</cx:pt>
          <cx:pt idx="994">9375</cx:pt>
          <cx:pt idx="995">9375</cx:pt>
          <cx:pt idx="996">9375</cx:pt>
          <cx:pt idx="997">9375</cx:pt>
          <cx:pt idx="998">9375</cx:pt>
          <cx:pt idx="999">9375</cx:pt>
          <cx:pt idx="1000">9375</cx:pt>
          <cx:pt idx="1001">9375</cx:pt>
          <cx:pt idx="1002">9375</cx:pt>
          <cx:pt idx="1003">9375</cx:pt>
          <cx:pt idx="1004">9375</cx:pt>
          <cx:pt idx="1005">9375</cx:pt>
          <cx:pt idx="1006">9375</cx:pt>
          <cx:pt idx="1007">9375</cx:pt>
          <cx:pt idx="1008">9375</cx:pt>
          <cx:pt idx="1009">9375</cx:pt>
          <cx:pt idx="1010">9375</cx:pt>
          <cx:pt idx="1011">9375</cx:pt>
          <cx:pt idx="1012">9375</cx:pt>
          <cx:pt idx="1013">9375</cx:pt>
          <cx:pt idx="1014">9375</cx:pt>
          <cx:pt idx="1015">9375</cx:pt>
          <cx:pt idx="1016">9375</cx:pt>
          <cx:pt idx="1017">9375</cx:pt>
          <cx:pt idx="1018">9375</cx:pt>
          <cx:pt idx="1019">9375</cx:pt>
          <cx:pt idx="1020">9375</cx:pt>
          <cx:pt idx="1021">9375</cx:pt>
          <cx:pt idx="1022">9375</cx:pt>
          <cx:pt idx="1023">9375</cx:pt>
          <cx:pt idx="1024">9375</cx:pt>
          <cx:pt idx="1025">9375</cx:pt>
          <cx:pt idx="1026">9375</cx:pt>
          <cx:pt idx="1027">9375</cx:pt>
          <cx:pt idx="1028">9375</cx:pt>
          <cx:pt idx="1029">9375</cx:pt>
          <cx:pt idx="1030">9375</cx:pt>
          <cx:pt idx="1031">9375</cx:pt>
          <cx:pt idx="1032">9375</cx:pt>
          <cx:pt idx="1033">9375</cx:pt>
          <cx:pt idx="1034">9375</cx:pt>
          <cx:pt idx="1035">9375</cx:pt>
          <cx:pt idx="1036">9375</cx:pt>
          <cx:pt idx="1037">9375</cx:pt>
          <cx:pt idx="1038">9375</cx:pt>
          <cx:pt idx="1039">9375</cx:pt>
          <cx:pt idx="1040">9375</cx:pt>
          <cx:pt idx="1041">9375</cx:pt>
          <cx:pt idx="1042">9375</cx:pt>
          <cx:pt idx="1043">9375</cx:pt>
          <cx:pt idx="1044">9375</cx:pt>
          <cx:pt idx="1045">9375</cx:pt>
          <cx:pt idx="1046">9375</cx:pt>
          <cx:pt idx="1047">9375</cx:pt>
          <cx:pt idx="1048">9375</cx:pt>
          <cx:pt idx="1049">9375</cx:pt>
          <cx:pt idx="1050">9375</cx:pt>
          <cx:pt idx="1051">9375</cx:pt>
          <cx:pt idx="1052">9375</cx:pt>
          <cx:pt idx="1053">9375</cx:pt>
          <cx:pt idx="1054">9375</cx:pt>
          <cx:pt idx="1055">9375</cx:pt>
          <cx:pt idx="1056">9375</cx:pt>
          <cx:pt idx="1057">9375</cx:pt>
          <cx:pt idx="1058">9375</cx:pt>
          <cx:pt idx="1059">9375</cx:pt>
          <cx:pt idx="1060">9375</cx:pt>
          <cx:pt idx="1061">9375</cx:pt>
          <cx:pt idx="1062">9375</cx:pt>
          <cx:pt idx="1063">9375</cx:pt>
          <cx:pt idx="1064">9375</cx:pt>
          <cx:pt idx="1065">9375</cx:pt>
          <cx:pt idx="1066">9375</cx:pt>
          <cx:pt idx="1067">9375</cx:pt>
          <cx:pt idx="1068">9375</cx:pt>
          <cx:pt idx="1069">9375</cx:pt>
          <cx:pt idx="1070">9375</cx:pt>
          <cx:pt idx="1071">9375</cx:pt>
          <cx:pt idx="1072">9375</cx:pt>
          <cx:pt idx="1073">9375</cx:pt>
          <cx:pt idx="1074">9375</cx:pt>
          <cx:pt idx="1075">9375</cx:pt>
          <cx:pt idx="1076">9375</cx:pt>
          <cx:pt idx="1077">9375</cx:pt>
          <cx:pt idx="1078">9375</cx:pt>
          <cx:pt idx="1079">9375</cx:pt>
          <cx:pt idx="1080">9375</cx:pt>
          <cx:pt idx="1081">9375</cx:pt>
          <cx:pt idx="1082">9375</cx:pt>
          <cx:pt idx="1083">9375</cx:pt>
          <cx:pt idx="1084">9375</cx:pt>
          <cx:pt idx="1085">9375</cx:pt>
          <cx:pt idx="1086">9375</cx:pt>
          <cx:pt idx="1087">9375</cx:pt>
          <cx:pt idx="1088">9375</cx:pt>
          <cx:pt idx="1089">9375</cx:pt>
          <cx:pt idx="1090">9375</cx:pt>
          <cx:pt idx="1091">9375</cx:pt>
          <cx:pt idx="1092">9375</cx:pt>
          <cx:pt idx="1093">9375</cx:pt>
          <cx:pt idx="1094">9375</cx:pt>
          <cx:pt idx="1095">9375</cx:pt>
          <cx:pt idx="1096">9375</cx:pt>
          <cx:pt idx="1097">9375</cx:pt>
          <cx:pt idx="1098">9375</cx:pt>
          <cx:pt idx="1099">9375</cx:pt>
          <cx:pt idx="1100">9375</cx:pt>
          <cx:pt idx="1101">9375</cx:pt>
          <cx:pt idx="1102">9375</cx:pt>
          <cx:pt idx="1103">9375</cx:pt>
          <cx:pt idx="1104">9375</cx:pt>
          <cx:pt idx="1105">9375</cx:pt>
          <cx:pt idx="1106">9375</cx:pt>
          <cx:pt idx="1107">9375</cx:pt>
          <cx:pt idx="1108">9375</cx:pt>
          <cx:pt idx="1109">9375</cx:pt>
          <cx:pt idx="1110">9375</cx:pt>
          <cx:pt idx="1111">9375</cx:pt>
          <cx:pt idx="1112">9375</cx:pt>
          <cx:pt idx="1113">9375</cx:pt>
          <cx:pt idx="1114">9375</cx:pt>
          <cx:pt idx="1115">9375</cx:pt>
          <cx:pt idx="1116">9375</cx:pt>
          <cx:pt idx="1117">9375</cx:pt>
          <cx:pt idx="1118">9375</cx:pt>
          <cx:pt idx="1119">9375</cx:pt>
          <cx:pt idx="1120">9375</cx:pt>
          <cx:pt idx="1121">9375</cx:pt>
          <cx:pt idx="1122">9375</cx:pt>
          <cx:pt idx="1123">9375</cx:pt>
          <cx:pt idx="1124">9375</cx:pt>
          <cx:pt idx="1125">9375</cx:pt>
          <cx:pt idx="1126">9375</cx:pt>
          <cx:pt idx="1127">9375</cx:pt>
          <cx:pt idx="1128">9375</cx:pt>
          <cx:pt idx="1129">9375</cx:pt>
          <cx:pt idx="1130">9375</cx:pt>
          <cx:pt idx="1131">9375</cx:pt>
          <cx:pt idx="1132">9375</cx:pt>
          <cx:pt idx="1133">9375</cx:pt>
          <cx:pt idx="1134">9375</cx:pt>
          <cx:pt idx="1135">9375</cx:pt>
          <cx:pt idx="1136">9375</cx:pt>
          <cx:pt idx="1137">9375</cx:pt>
          <cx:pt idx="1138">9375</cx:pt>
          <cx:pt idx="1139">9375</cx:pt>
          <cx:pt idx="1140">9375</cx:pt>
          <cx:pt idx="1141">9375</cx:pt>
          <cx:pt idx="1142">9375</cx:pt>
          <cx:pt idx="1143">9375</cx:pt>
          <cx:pt idx="1144">9375</cx:pt>
          <cx:pt idx="1145">9375</cx:pt>
          <cx:pt idx="1146">9375</cx:pt>
          <cx:pt idx="1147">9375</cx:pt>
          <cx:pt idx="1148">9375</cx:pt>
          <cx:pt idx="1149">9375</cx:pt>
          <cx:pt idx="1150">9375</cx:pt>
          <cx:pt idx="1151">9375</cx:pt>
          <cx:pt idx="1152">9375</cx:pt>
          <cx:pt idx="1153">9375</cx:pt>
          <cx:pt idx="1154">9375</cx:pt>
          <cx:pt idx="1155">9375</cx:pt>
          <cx:pt idx="1156">9375</cx:pt>
          <cx:pt idx="1157">9375</cx:pt>
          <cx:pt idx="1158">9375</cx:pt>
          <cx:pt idx="1159">9375</cx:pt>
          <cx:pt idx="1160">9375</cx:pt>
          <cx:pt idx="1161">9375</cx:pt>
          <cx:pt idx="1162">9375</cx:pt>
          <cx:pt idx="1163">9375</cx:pt>
          <cx:pt idx="1164">9375</cx:pt>
          <cx:pt idx="1165">9375</cx:pt>
          <cx:pt idx="1166">9375</cx:pt>
          <cx:pt idx="1167">9375</cx:pt>
          <cx:pt idx="1168">9375</cx:pt>
          <cx:pt idx="1169">9375</cx:pt>
          <cx:pt idx="1170">9375</cx:pt>
          <cx:pt idx="1171">9375</cx:pt>
          <cx:pt idx="1172">9375</cx:pt>
          <cx:pt idx="1173">9375</cx:pt>
          <cx:pt idx="1174">9375</cx:pt>
          <cx:pt idx="1175">9375</cx:pt>
          <cx:pt idx="1176">9375</cx:pt>
          <cx:pt idx="1177">9375</cx:pt>
          <cx:pt idx="1178">9375</cx:pt>
          <cx:pt idx="1179">9375</cx:pt>
          <cx:pt idx="1180">9375</cx:pt>
          <cx:pt idx="1181">9375</cx:pt>
          <cx:pt idx="1182">9375</cx:pt>
          <cx:pt idx="1183">9375</cx:pt>
          <cx:pt idx="1184">9375</cx:pt>
          <cx:pt idx="1185">9375</cx:pt>
          <cx:pt idx="1186">9375</cx:pt>
          <cx:pt idx="1187">9375</cx:pt>
          <cx:pt idx="1188">9375</cx:pt>
          <cx:pt idx="1189">9375</cx:pt>
          <cx:pt idx="1190">9375</cx:pt>
          <cx:pt idx="1191">9375</cx:pt>
          <cx:pt idx="1192">9375</cx:pt>
          <cx:pt idx="1193">9375</cx:pt>
          <cx:pt idx="1194">9375</cx:pt>
          <cx:pt idx="1195">9375</cx:pt>
          <cx:pt idx="1196">9375</cx:pt>
          <cx:pt idx="1197">9375</cx:pt>
          <cx:pt idx="1198">9375</cx:pt>
          <cx:pt idx="1199">9375</cx:pt>
          <cx:pt idx="1200">9375</cx:pt>
          <cx:pt idx="1201">9375</cx:pt>
          <cx:pt idx="1202">9375</cx:pt>
          <cx:pt idx="1203">9375</cx:pt>
          <cx:pt idx="1204">9375</cx:pt>
          <cx:pt idx="1205">9375</cx:pt>
          <cx:pt idx="1206">9375</cx:pt>
          <cx:pt idx="1207">9375</cx:pt>
          <cx:pt idx="1208">9375</cx:pt>
          <cx:pt idx="1209">9375</cx:pt>
          <cx:pt idx="1210">9375</cx:pt>
          <cx:pt idx="1211">9375</cx:pt>
          <cx:pt idx="1212">9375</cx:pt>
          <cx:pt idx="1213">9375</cx:pt>
          <cx:pt idx="1214">9375</cx:pt>
          <cx:pt idx="1215">9375</cx:pt>
          <cx:pt idx="1216">9375</cx:pt>
          <cx:pt idx="1217">9375</cx:pt>
          <cx:pt idx="1218">9375</cx:pt>
          <cx:pt idx="1219">9375</cx:pt>
          <cx:pt idx="1220">9375</cx:pt>
          <cx:pt idx="1221">9375</cx:pt>
          <cx:pt idx="1222">9375</cx:pt>
          <cx:pt idx="1223">9375</cx:pt>
          <cx:pt idx="1224">9375</cx:pt>
          <cx:pt idx="1225">9375</cx:pt>
          <cx:pt idx="1226">9375</cx:pt>
          <cx:pt idx="1227">9375</cx:pt>
          <cx:pt idx="1228">9375</cx:pt>
          <cx:pt idx="1229">9375</cx:pt>
          <cx:pt idx="1230">9375</cx:pt>
          <cx:pt idx="1231">9375</cx:pt>
          <cx:pt idx="1232">9375</cx:pt>
          <cx:pt idx="1233">9375</cx:pt>
          <cx:pt idx="1234">9375</cx:pt>
          <cx:pt idx="1235">9375</cx:pt>
          <cx:pt idx="1236">9375</cx:pt>
          <cx:pt idx="1237">9375</cx:pt>
          <cx:pt idx="1238">9375</cx:pt>
          <cx:pt idx="1239">9375</cx:pt>
          <cx:pt idx="1240">9375</cx:pt>
          <cx:pt idx="1241">9375</cx:pt>
          <cx:pt idx="1242">9375</cx:pt>
          <cx:pt idx="1243">9375</cx:pt>
          <cx:pt idx="1244">9375</cx:pt>
          <cx:pt idx="1245">9375</cx:pt>
          <cx:pt idx="1246">9375</cx:pt>
          <cx:pt idx="1247">9375</cx:pt>
          <cx:pt idx="1248">9375</cx:pt>
          <cx:pt idx="1249">9375</cx:pt>
          <cx:pt idx="1250">9375</cx:pt>
          <cx:pt idx="1251">9375</cx:pt>
          <cx:pt idx="1252">9375</cx:pt>
          <cx:pt idx="1253">9911</cx:pt>
          <cx:pt idx="1254">9911</cx:pt>
          <cx:pt idx="1255">9911</cx:pt>
          <cx:pt idx="1256">9911</cx:pt>
          <cx:pt idx="1257">9911</cx:pt>
          <cx:pt idx="1258">9911</cx:pt>
          <cx:pt idx="1259">9911</cx:pt>
          <cx:pt idx="1260">9911</cx:pt>
          <cx:pt idx="1261">9911</cx:pt>
          <cx:pt idx="1262">9911</cx:pt>
          <cx:pt idx="1263">9911</cx:pt>
          <cx:pt idx="1264">9911</cx:pt>
          <cx:pt idx="1265">9911</cx:pt>
          <cx:pt idx="1266">9911</cx:pt>
          <cx:pt idx="1267">9911</cx:pt>
          <cx:pt idx="1268">9911</cx:pt>
          <cx:pt idx="1269">9911</cx:pt>
          <cx:pt idx="1270">9911</cx:pt>
          <cx:pt idx="1271">9911</cx:pt>
          <cx:pt idx="1272">9911</cx:pt>
          <cx:pt idx="1273">9911</cx:pt>
          <cx:pt idx="1274">9911</cx:pt>
          <cx:pt idx="1275">9911</cx:pt>
          <cx:pt idx="1276">9911</cx:pt>
          <cx:pt idx="1277">9911</cx:pt>
          <cx:pt idx="1278">9911</cx:pt>
          <cx:pt idx="1279">9911</cx:pt>
          <cx:pt idx="1280">9911</cx:pt>
          <cx:pt idx="1281">9911</cx:pt>
          <cx:pt idx="1282">9911</cx:pt>
          <cx:pt idx="1283">9911</cx:pt>
          <cx:pt idx="1284">9911</cx:pt>
          <cx:pt idx="1285">9911</cx:pt>
          <cx:pt idx="1286">9911</cx:pt>
          <cx:pt idx="1287">9911</cx:pt>
          <cx:pt idx="1288">9911</cx:pt>
          <cx:pt idx="1289">9911</cx:pt>
          <cx:pt idx="1290">9911</cx:pt>
          <cx:pt idx="1291">9911</cx:pt>
          <cx:pt idx="1292">9911</cx:pt>
          <cx:pt idx="1293">9911</cx:pt>
          <cx:pt idx="1294">9911</cx:pt>
          <cx:pt idx="1295">9911</cx:pt>
          <cx:pt idx="1296">9911</cx:pt>
          <cx:pt idx="1297">9911</cx:pt>
          <cx:pt idx="1298">9911</cx:pt>
          <cx:pt idx="1299">9911</cx:pt>
          <cx:pt idx="1300">9911</cx:pt>
          <cx:pt idx="1301">9911</cx:pt>
          <cx:pt idx="1302">9911</cx:pt>
          <cx:pt idx="1303">9911</cx:pt>
          <cx:pt idx="1304">9911</cx:pt>
          <cx:pt idx="1305">9911</cx:pt>
          <cx:pt idx="1306">9911</cx:pt>
          <cx:pt idx="1307">9911</cx:pt>
          <cx:pt idx="1308">9911</cx:pt>
          <cx:pt idx="1309">9911</cx:pt>
          <cx:pt idx="1310">9911</cx:pt>
          <cx:pt idx="1311">9911</cx:pt>
          <cx:pt idx="1312">9911</cx:pt>
          <cx:pt idx="1313">9911</cx:pt>
          <cx:pt idx="1314">9911</cx:pt>
          <cx:pt idx="1315">9911</cx:pt>
          <cx:pt idx="1316">9911</cx:pt>
          <cx:pt idx="1317">9911</cx:pt>
          <cx:pt idx="1318">9911</cx:pt>
          <cx:pt idx="1319">9911</cx:pt>
          <cx:pt idx="1320">9911</cx:pt>
          <cx:pt idx="1321">9911</cx:pt>
          <cx:pt idx="1322">9911</cx:pt>
          <cx:pt idx="1323">9911</cx:pt>
          <cx:pt idx="1324">9911</cx:pt>
          <cx:pt idx="1325">9911</cx:pt>
          <cx:pt idx="1326">9911</cx:pt>
          <cx:pt idx="1327">9911</cx:pt>
          <cx:pt idx="1328">9911</cx:pt>
          <cx:pt idx="1329">9911</cx:pt>
          <cx:pt idx="1330">9911</cx:pt>
          <cx:pt idx="1331">9911</cx:pt>
          <cx:pt idx="1332">9911</cx:pt>
          <cx:pt idx="1333">9911</cx:pt>
          <cx:pt idx="1334">9911</cx:pt>
          <cx:pt idx="1335">9911</cx:pt>
          <cx:pt idx="1336">9911</cx:pt>
          <cx:pt idx="1337">9911</cx:pt>
          <cx:pt idx="1338">9911</cx:pt>
          <cx:pt idx="1339">9911</cx:pt>
          <cx:pt idx="1340">9911</cx:pt>
          <cx:pt idx="1341">9911</cx:pt>
          <cx:pt idx="1342">9911</cx:pt>
          <cx:pt idx="1343">9911</cx:pt>
          <cx:pt idx="1344">9911</cx:pt>
          <cx:pt idx="1345">9911</cx:pt>
          <cx:pt idx="1346">9911</cx:pt>
          <cx:pt idx="1347">9911</cx:pt>
          <cx:pt idx="1348">9911</cx:pt>
          <cx:pt idx="1349">9911</cx:pt>
          <cx:pt idx="1350">9911</cx:pt>
          <cx:pt idx="1351">9911</cx:pt>
          <cx:pt idx="1352">9911</cx:pt>
          <cx:pt idx="1353">9911</cx:pt>
          <cx:pt idx="1354">9911</cx:pt>
          <cx:pt idx="1355">9911</cx:pt>
          <cx:pt idx="1356">9911</cx:pt>
          <cx:pt idx="1357">9911</cx:pt>
          <cx:pt idx="1358">9911</cx:pt>
          <cx:pt idx="1359">9911</cx:pt>
          <cx:pt idx="1360">9911</cx:pt>
          <cx:pt idx="1361">9911</cx:pt>
          <cx:pt idx="1362">9911</cx:pt>
          <cx:pt idx="1363">9911</cx:pt>
          <cx:pt idx="1364">9911</cx:pt>
          <cx:pt idx="1365">9911</cx:pt>
          <cx:pt idx="1366">9911</cx:pt>
          <cx:pt idx="1367">9911</cx:pt>
          <cx:pt idx="1368">9911</cx:pt>
          <cx:pt idx="1369">9911</cx:pt>
          <cx:pt idx="1370">9911</cx:pt>
          <cx:pt idx="1371">9911</cx:pt>
          <cx:pt idx="1372">9911</cx:pt>
          <cx:pt idx="1373">9911</cx:pt>
          <cx:pt idx="1374">9911</cx:pt>
          <cx:pt idx="1375">9911</cx:pt>
          <cx:pt idx="1376">9911</cx:pt>
          <cx:pt idx="1377">9911</cx:pt>
          <cx:pt idx="1378">9911</cx:pt>
          <cx:pt idx="1379">9911</cx:pt>
          <cx:pt idx="1380">9911</cx:pt>
          <cx:pt idx="1381">9911</cx:pt>
          <cx:pt idx="1382">9911</cx:pt>
          <cx:pt idx="1383">9911</cx:pt>
          <cx:pt idx="1384">9911</cx:pt>
          <cx:pt idx="1385">9911</cx:pt>
          <cx:pt idx="1386">9911</cx:pt>
          <cx:pt idx="1387">9911</cx:pt>
          <cx:pt idx="1388">9911</cx:pt>
          <cx:pt idx="1389">9911</cx:pt>
          <cx:pt idx="1390">9911</cx:pt>
          <cx:pt idx="1391">9911</cx:pt>
          <cx:pt idx="1392">9911</cx:pt>
          <cx:pt idx="1393">9911</cx:pt>
          <cx:pt idx="1394">9911</cx:pt>
          <cx:pt idx="1395">9911</cx:pt>
          <cx:pt idx="1396">9911</cx:pt>
          <cx:pt idx="1397">9911</cx:pt>
          <cx:pt idx="1398">9911</cx:pt>
          <cx:pt idx="1399">9911</cx:pt>
          <cx:pt idx="1400">9911</cx:pt>
          <cx:pt idx="1401">9911</cx:pt>
          <cx:pt idx="1402">9911</cx:pt>
          <cx:pt idx="1403">9911</cx:pt>
          <cx:pt idx="1404">9911</cx:pt>
          <cx:pt idx="1405">9911</cx:pt>
          <cx:pt idx="1406">9911</cx:pt>
          <cx:pt idx="1407">9911</cx:pt>
          <cx:pt idx="1408">9911</cx:pt>
          <cx:pt idx="1409">9911</cx:pt>
          <cx:pt idx="1410">9911</cx:pt>
          <cx:pt idx="1411">9911</cx:pt>
          <cx:pt idx="1412">9911</cx:pt>
          <cx:pt idx="1413">9911</cx:pt>
          <cx:pt idx="1414">9911</cx:pt>
          <cx:pt idx="1415">9911</cx:pt>
          <cx:pt idx="1416">9911</cx:pt>
          <cx:pt idx="1417">9911</cx:pt>
          <cx:pt idx="1418">9911</cx:pt>
          <cx:pt idx="1419">9911</cx:pt>
          <cx:pt idx="1420">9911</cx:pt>
          <cx:pt idx="1421">9911</cx:pt>
          <cx:pt idx="1422">9911</cx:pt>
          <cx:pt idx="1423">9911</cx:pt>
          <cx:pt idx="1424">9911</cx:pt>
          <cx:pt idx="1425">9911</cx:pt>
          <cx:pt idx="1426">9911</cx:pt>
          <cx:pt idx="1427">9911</cx:pt>
          <cx:pt idx="1428">9911</cx:pt>
          <cx:pt idx="1429">9911</cx:pt>
          <cx:pt idx="1430">9911</cx:pt>
          <cx:pt idx="1431">9911</cx:pt>
          <cx:pt idx="1432">9911</cx:pt>
          <cx:pt idx="1433">9911</cx:pt>
          <cx:pt idx="1434">9911</cx:pt>
          <cx:pt idx="1435">9911</cx:pt>
          <cx:pt idx="1436">9911</cx:pt>
          <cx:pt idx="1437">9911</cx:pt>
          <cx:pt idx="1438">9911</cx:pt>
          <cx:pt idx="1439">9911</cx:pt>
          <cx:pt idx="1440">9911</cx:pt>
          <cx:pt idx="1441">9911</cx:pt>
          <cx:pt idx="1442">9911</cx:pt>
          <cx:pt idx="1443">9911</cx:pt>
          <cx:pt idx="1444">9911</cx:pt>
          <cx:pt idx="1445">9911</cx:pt>
          <cx:pt idx="1446">9911</cx:pt>
          <cx:pt idx="1447">9911</cx:pt>
          <cx:pt idx="1448">9911</cx:pt>
          <cx:pt idx="1449">9911</cx:pt>
          <cx:pt idx="1450">9911</cx:pt>
          <cx:pt idx="1451">9911</cx:pt>
          <cx:pt idx="1452">9911</cx:pt>
          <cx:pt idx="1453">9911</cx:pt>
          <cx:pt idx="1454">9911</cx:pt>
          <cx:pt idx="1455">9911</cx:pt>
          <cx:pt idx="1456">9911</cx:pt>
          <cx:pt idx="1457">9911</cx:pt>
          <cx:pt idx="1458">9911</cx:pt>
          <cx:pt idx="1459">9911</cx:pt>
          <cx:pt idx="1460">9911</cx:pt>
          <cx:pt idx="1461">9911</cx:pt>
          <cx:pt idx="1462">9911</cx:pt>
          <cx:pt idx="1463">9911</cx:pt>
          <cx:pt idx="1464">9911</cx:pt>
          <cx:pt idx="1465">9911</cx:pt>
          <cx:pt idx="1466">9911</cx:pt>
          <cx:pt idx="1467">9911</cx:pt>
          <cx:pt idx="1468">9911</cx:pt>
          <cx:pt idx="1469">9911</cx:pt>
          <cx:pt idx="1470">9911</cx:pt>
          <cx:pt idx="1471">9911</cx:pt>
          <cx:pt idx="1472">9911</cx:pt>
          <cx:pt idx="1473">9911</cx:pt>
          <cx:pt idx="1474">9911</cx:pt>
          <cx:pt idx="1475">9911</cx:pt>
          <cx:pt idx="1476">9911</cx:pt>
          <cx:pt idx="1477">9911</cx:pt>
          <cx:pt idx="1478">9911</cx:pt>
          <cx:pt idx="1479">9911</cx:pt>
          <cx:pt idx="1480">9911</cx:pt>
          <cx:pt idx="1481">9911</cx:pt>
          <cx:pt idx="1482">9911</cx:pt>
          <cx:pt idx="1483">9911</cx:pt>
          <cx:pt idx="1484">9911</cx:pt>
          <cx:pt idx="1485">9911</cx:pt>
          <cx:pt idx="1486">9911</cx:pt>
          <cx:pt idx="1487">9911</cx:pt>
          <cx:pt idx="1488">9911</cx:pt>
          <cx:pt idx="1489">9911</cx:pt>
          <cx:pt idx="1490">9911</cx:pt>
          <cx:pt idx="1491">9911</cx:pt>
          <cx:pt idx="1492">9911</cx:pt>
          <cx:pt idx="1493">9911</cx:pt>
          <cx:pt idx="1494">9911</cx:pt>
          <cx:pt idx="1495">9911</cx:pt>
          <cx:pt idx="1496">9911</cx:pt>
          <cx:pt idx="1497">9911</cx:pt>
          <cx:pt idx="1498">9911</cx:pt>
          <cx:pt idx="1499">9911</cx:pt>
          <cx:pt idx="1500">9911</cx:pt>
          <cx:pt idx="1501">9911</cx:pt>
          <cx:pt idx="1502">9911</cx:pt>
          <cx:pt idx="1503">9911</cx:pt>
          <cx:pt idx="1504">9911</cx:pt>
          <cx:pt idx="1505">9911</cx:pt>
          <cx:pt idx="1506">9911</cx:pt>
          <cx:pt idx="1507">9911</cx:pt>
          <cx:pt idx="1508">9911</cx:pt>
          <cx:pt idx="1509">9911</cx:pt>
          <cx:pt idx="1510">9911</cx:pt>
          <cx:pt idx="1511">9911</cx:pt>
          <cx:pt idx="1512">10446</cx:pt>
          <cx:pt idx="1513">10446</cx:pt>
          <cx:pt idx="1514">10446</cx:pt>
          <cx:pt idx="1515">10446</cx:pt>
          <cx:pt idx="1516">10446</cx:pt>
          <cx:pt idx="1517">10446</cx:pt>
          <cx:pt idx="1518">10446</cx:pt>
          <cx:pt idx="1519">10446</cx:pt>
          <cx:pt idx="1520">10446</cx:pt>
          <cx:pt idx="1521">10446</cx:pt>
          <cx:pt idx="1522">10446</cx:pt>
          <cx:pt idx="1523">10446</cx:pt>
          <cx:pt idx="1524">10446</cx:pt>
          <cx:pt idx="1525">10446</cx:pt>
          <cx:pt idx="1526">10446</cx:pt>
          <cx:pt idx="1527">10446</cx:pt>
          <cx:pt idx="1528">10446</cx:pt>
          <cx:pt idx="1529">10446</cx:pt>
          <cx:pt idx="1530">10446</cx:pt>
          <cx:pt idx="1531">10446</cx:pt>
          <cx:pt idx="1532">10446</cx:pt>
          <cx:pt idx="1533">10446</cx:pt>
          <cx:pt idx="1534">10446</cx:pt>
          <cx:pt idx="1535">10446</cx:pt>
          <cx:pt idx="1536">10446</cx:pt>
          <cx:pt idx="1537">10446</cx:pt>
          <cx:pt idx="1538">10446</cx:pt>
          <cx:pt idx="1539">10446</cx:pt>
          <cx:pt idx="1540">10446</cx:pt>
          <cx:pt idx="1541">10446</cx:pt>
          <cx:pt idx="1542">10446</cx:pt>
          <cx:pt idx="1543">10446</cx:pt>
          <cx:pt idx="1544">10446</cx:pt>
          <cx:pt idx="1545">10446</cx:pt>
          <cx:pt idx="1546">10446</cx:pt>
          <cx:pt idx="1547">10446</cx:pt>
          <cx:pt idx="1548">10446</cx:pt>
          <cx:pt idx="1549">10446</cx:pt>
          <cx:pt idx="1550">10446</cx:pt>
          <cx:pt idx="1551">10446</cx:pt>
          <cx:pt idx="1552">10446</cx:pt>
          <cx:pt idx="1553">10446</cx:pt>
          <cx:pt idx="1554">10446</cx:pt>
          <cx:pt idx="1555">10446</cx:pt>
          <cx:pt idx="1556">10446</cx:pt>
          <cx:pt idx="1557">10446</cx:pt>
          <cx:pt idx="1558">10446</cx:pt>
          <cx:pt idx="1559">10446</cx:pt>
          <cx:pt idx="1560">10446</cx:pt>
          <cx:pt idx="1561">10446</cx:pt>
          <cx:pt idx="1562">10446</cx:pt>
          <cx:pt idx="1563">10446</cx:pt>
          <cx:pt idx="1564">10446</cx:pt>
          <cx:pt idx="1565">10446</cx:pt>
          <cx:pt idx="1566">10446</cx:pt>
          <cx:pt idx="1567">10446</cx:pt>
          <cx:pt idx="1568">10446</cx:pt>
          <cx:pt idx="1569">10446</cx:pt>
          <cx:pt idx="1570">10446</cx:pt>
          <cx:pt idx="1571">10446</cx:pt>
          <cx:pt idx="1572">10446</cx:pt>
          <cx:pt idx="1573">10446</cx:pt>
          <cx:pt idx="1574">10446</cx:pt>
          <cx:pt idx="1575">10446</cx:pt>
          <cx:pt idx="1576">10446</cx:pt>
          <cx:pt idx="1577">10446</cx:pt>
          <cx:pt idx="1578">10446</cx:pt>
          <cx:pt idx="1579">10446</cx:pt>
          <cx:pt idx="1580">10446</cx:pt>
          <cx:pt idx="1581">10446</cx:pt>
          <cx:pt idx="1582">10446</cx:pt>
          <cx:pt idx="1583">10446</cx:pt>
          <cx:pt idx="1584">10446</cx:pt>
          <cx:pt idx="1585">10446</cx:pt>
          <cx:pt idx="1586">10446</cx:pt>
          <cx:pt idx="1587">10446</cx:pt>
          <cx:pt idx="1588">10446</cx:pt>
          <cx:pt idx="1589">10446</cx:pt>
          <cx:pt idx="1590">10446</cx:pt>
          <cx:pt idx="1591">10446</cx:pt>
          <cx:pt idx="1592">10446</cx:pt>
          <cx:pt idx="1593">10446</cx:pt>
          <cx:pt idx="1594">10446</cx:pt>
          <cx:pt idx="1595">10446</cx:pt>
          <cx:pt idx="1596">10446</cx:pt>
          <cx:pt idx="1597">10446</cx:pt>
          <cx:pt idx="1598">10446</cx:pt>
          <cx:pt idx="1599">10446</cx:pt>
          <cx:pt idx="1600">10446</cx:pt>
          <cx:pt idx="1601">10446</cx:pt>
          <cx:pt idx="1602">10446</cx:pt>
          <cx:pt idx="1603">10446</cx:pt>
          <cx:pt idx="1604">10446</cx:pt>
          <cx:pt idx="1605">10446</cx:pt>
          <cx:pt idx="1606">10446</cx:pt>
          <cx:pt idx="1607">10446</cx:pt>
          <cx:pt idx="1608">10446</cx:pt>
          <cx:pt idx="1609">10446</cx:pt>
          <cx:pt idx="1610">10446</cx:pt>
          <cx:pt idx="1611">10446</cx:pt>
          <cx:pt idx="1612">10446</cx:pt>
          <cx:pt idx="1613">10446</cx:pt>
          <cx:pt idx="1614">10446</cx:pt>
          <cx:pt idx="1615">10446</cx:pt>
          <cx:pt idx="1616">10446</cx:pt>
          <cx:pt idx="1617">10446</cx:pt>
          <cx:pt idx="1618">10446</cx:pt>
          <cx:pt idx="1619">10446</cx:pt>
          <cx:pt idx="1620">10446</cx:pt>
          <cx:pt idx="1621">10446</cx:pt>
          <cx:pt idx="1622">10446</cx:pt>
          <cx:pt idx="1623">10446</cx:pt>
          <cx:pt idx="1624">10446</cx:pt>
          <cx:pt idx="1625">10446</cx:pt>
          <cx:pt idx="1626">10446</cx:pt>
          <cx:pt idx="1627">10446</cx:pt>
          <cx:pt idx="1628">10446</cx:pt>
          <cx:pt idx="1629">10446</cx:pt>
          <cx:pt idx="1630">10446</cx:pt>
          <cx:pt idx="1631">10446</cx:pt>
          <cx:pt idx="1632">10446</cx:pt>
          <cx:pt idx="1633">10446</cx:pt>
          <cx:pt idx="1634">10446</cx:pt>
          <cx:pt idx="1635">10446</cx:pt>
          <cx:pt idx="1636">10446</cx:pt>
          <cx:pt idx="1637">10446</cx:pt>
          <cx:pt idx="1638">10446</cx:pt>
          <cx:pt idx="1639">10446</cx:pt>
          <cx:pt idx="1640">10446</cx:pt>
          <cx:pt idx="1641">10446</cx:pt>
          <cx:pt idx="1642">10446</cx:pt>
          <cx:pt idx="1643">10446</cx:pt>
          <cx:pt idx="1644">10446</cx:pt>
          <cx:pt idx="1645">10446</cx:pt>
          <cx:pt idx="1646">10446</cx:pt>
          <cx:pt idx="1647">10446</cx:pt>
          <cx:pt idx="1648">10446</cx:pt>
          <cx:pt idx="1649">10446</cx:pt>
          <cx:pt idx="1650">10446</cx:pt>
          <cx:pt idx="1651">10446</cx:pt>
          <cx:pt idx="1652">10446</cx:pt>
          <cx:pt idx="1653">10446</cx:pt>
          <cx:pt idx="1654">10446</cx:pt>
          <cx:pt idx="1655">10446</cx:pt>
          <cx:pt idx="1656">10446</cx:pt>
          <cx:pt idx="1657">10446</cx:pt>
          <cx:pt idx="1658">10446</cx:pt>
          <cx:pt idx="1659">10446</cx:pt>
          <cx:pt idx="1660">10446</cx:pt>
          <cx:pt idx="1661">10446</cx:pt>
          <cx:pt idx="1662">10446</cx:pt>
          <cx:pt idx="1663">10446</cx:pt>
          <cx:pt idx="1664">10446</cx:pt>
          <cx:pt idx="1665">10446</cx:pt>
          <cx:pt idx="1666">10446</cx:pt>
          <cx:pt idx="1667">10446</cx:pt>
          <cx:pt idx="1668">10446</cx:pt>
          <cx:pt idx="1669">10446</cx:pt>
          <cx:pt idx="1670">10446</cx:pt>
          <cx:pt idx="1671">10446</cx:pt>
          <cx:pt idx="1672">10446</cx:pt>
          <cx:pt idx="1673">10446</cx:pt>
          <cx:pt idx="1674">10446</cx:pt>
          <cx:pt idx="1675">10446</cx:pt>
          <cx:pt idx="1676">10446</cx:pt>
          <cx:pt idx="1677">10446</cx:pt>
          <cx:pt idx="1678">10446</cx:pt>
          <cx:pt idx="1679">10446</cx:pt>
          <cx:pt idx="1680">10446</cx:pt>
          <cx:pt idx="1681">10446</cx:pt>
          <cx:pt idx="1682">10446</cx:pt>
          <cx:pt idx="1683">10446</cx:pt>
          <cx:pt idx="1684">10446</cx:pt>
          <cx:pt idx="1685">10446</cx:pt>
          <cx:pt idx="1686">10446</cx:pt>
          <cx:pt idx="1687">10446</cx:pt>
          <cx:pt idx="1688">10446</cx:pt>
          <cx:pt idx="1689">10446</cx:pt>
          <cx:pt idx="1690">10446</cx:pt>
          <cx:pt idx="1691">10446</cx:pt>
          <cx:pt idx="1692">10446</cx:pt>
          <cx:pt idx="1693">10446</cx:pt>
          <cx:pt idx="1694">10446</cx:pt>
          <cx:pt idx="1695">10446</cx:pt>
          <cx:pt idx="1696">10446</cx:pt>
          <cx:pt idx="1697">10446</cx:pt>
          <cx:pt idx="1698">10446</cx:pt>
          <cx:pt idx="1699">10446</cx:pt>
          <cx:pt idx="1700">10446</cx:pt>
          <cx:pt idx="1701">10446</cx:pt>
          <cx:pt idx="1702">10446</cx:pt>
          <cx:pt idx="1703">10446</cx:pt>
          <cx:pt idx="1704">10446</cx:pt>
          <cx:pt idx="1705">10446</cx:pt>
          <cx:pt idx="1706">10446</cx:pt>
          <cx:pt idx="1707">10446</cx:pt>
          <cx:pt idx="1708">10446</cx:pt>
          <cx:pt idx="1709">10446</cx:pt>
          <cx:pt idx="1710">10446</cx:pt>
          <cx:pt idx="1711">10446</cx:pt>
          <cx:pt idx="1712">10446</cx:pt>
          <cx:pt idx="1713">10446</cx:pt>
          <cx:pt idx="1714">10446</cx:pt>
          <cx:pt idx="1715">10446</cx:pt>
          <cx:pt idx="1716">10446</cx:pt>
          <cx:pt idx="1717">10446</cx:pt>
          <cx:pt idx="1718">10446</cx:pt>
          <cx:pt idx="1719">10446</cx:pt>
          <cx:pt idx="1720">10446</cx:pt>
          <cx:pt idx="1721">10446</cx:pt>
          <cx:pt idx="1722">10446</cx:pt>
          <cx:pt idx="1723">10446</cx:pt>
          <cx:pt idx="1724">10446</cx:pt>
          <cx:pt idx="1725">10446</cx:pt>
          <cx:pt idx="1726">10446</cx:pt>
          <cx:pt idx="1727">10446</cx:pt>
          <cx:pt idx="1728">10446</cx:pt>
          <cx:pt idx="1729">10446</cx:pt>
          <cx:pt idx="1730">10446</cx:pt>
          <cx:pt idx="1731">10446</cx:pt>
          <cx:pt idx="1732">10446</cx:pt>
          <cx:pt idx="1733">10446</cx:pt>
          <cx:pt idx="1734">10446</cx:pt>
          <cx:pt idx="1735">10446</cx:pt>
          <cx:pt idx="1736">10446</cx:pt>
          <cx:pt idx="1737">10446</cx:pt>
          <cx:pt idx="1738">10446</cx:pt>
          <cx:pt idx="1739">10446</cx:pt>
          <cx:pt idx="1740">10446</cx:pt>
          <cx:pt idx="1741">10446</cx:pt>
          <cx:pt idx="1742">10446</cx:pt>
          <cx:pt idx="1743">10446</cx:pt>
          <cx:pt idx="1744">10446</cx:pt>
          <cx:pt idx="1745">10446</cx:pt>
          <cx:pt idx="1746">10446</cx:pt>
          <cx:pt idx="1747">10446</cx:pt>
          <cx:pt idx="1748">10446</cx:pt>
          <cx:pt idx="1749">10446</cx:pt>
          <cx:pt idx="1750">10446</cx:pt>
          <cx:pt idx="1751">10446</cx:pt>
          <cx:pt idx="1752">10446</cx:pt>
          <cx:pt idx="1753">10446</cx:pt>
          <cx:pt idx="1754">10446</cx:pt>
          <cx:pt idx="1755">10446</cx:pt>
          <cx:pt idx="1756">10446</cx:pt>
          <cx:pt idx="1757">10446</cx:pt>
          <cx:pt idx="1758">10446</cx:pt>
          <cx:pt idx="1759">10446</cx:pt>
          <cx:pt idx="1760">10446</cx:pt>
          <cx:pt idx="1761">10446</cx:pt>
          <cx:pt idx="1762">10446</cx:pt>
          <cx:pt idx="1763">10446</cx:pt>
          <cx:pt idx="1764">10446</cx:pt>
          <cx:pt idx="1765">10446</cx:pt>
          <cx:pt idx="1766">10446</cx:pt>
          <cx:pt idx="1767">10446</cx:pt>
          <cx:pt idx="1768">10446</cx:pt>
          <cx:pt idx="1769">10446</cx:pt>
          <cx:pt idx="1770">10446</cx:pt>
          <cx:pt idx="1771">10446</cx:pt>
          <cx:pt idx="1772">10446</cx:pt>
          <cx:pt idx="1773">10446</cx:pt>
          <cx:pt idx="1774">10446</cx:pt>
          <cx:pt idx="1775">10982</cx:pt>
          <cx:pt idx="1776">10982</cx:pt>
          <cx:pt idx="1777">10982</cx:pt>
          <cx:pt idx="1778">10982</cx:pt>
          <cx:pt idx="1779">10982</cx:pt>
          <cx:pt idx="1780">10982</cx:pt>
          <cx:pt idx="1781">10982</cx:pt>
          <cx:pt idx="1782">10982</cx:pt>
          <cx:pt idx="1783">10982</cx:pt>
          <cx:pt idx="1784">10982</cx:pt>
          <cx:pt idx="1785">10982</cx:pt>
          <cx:pt idx="1786">10982</cx:pt>
          <cx:pt idx="1787">10982</cx:pt>
          <cx:pt idx="1788">10982</cx:pt>
          <cx:pt idx="1789">10982</cx:pt>
          <cx:pt idx="1790">10982</cx:pt>
          <cx:pt idx="1791">10982</cx:pt>
          <cx:pt idx="1792">10982</cx:pt>
          <cx:pt idx="1793">10982</cx:pt>
          <cx:pt idx="1794">10982</cx:pt>
          <cx:pt idx="1795">10982</cx:pt>
          <cx:pt idx="1796">10982</cx:pt>
          <cx:pt idx="1797">10982</cx:pt>
          <cx:pt idx="1798">10982</cx:pt>
          <cx:pt idx="1799">10982</cx:pt>
          <cx:pt idx="1800">10982</cx:pt>
          <cx:pt idx="1801">10982</cx:pt>
          <cx:pt idx="1802">10982</cx:pt>
          <cx:pt idx="1803">10982</cx:pt>
          <cx:pt idx="1804">10982</cx:pt>
          <cx:pt idx="1805">10982</cx:pt>
          <cx:pt idx="1806">10982</cx:pt>
          <cx:pt idx="1807">10982</cx:pt>
          <cx:pt idx="1808">10982</cx:pt>
          <cx:pt idx="1809">10982</cx:pt>
          <cx:pt idx="1810">10982</cx:pt>
          <cx:pt idx="1811">10982</cx:pt>
          <cx:pt idx="1812">10982</cx:pt>
          <cx:pt idx="1813">10982</cx:pt>
          <cx:pt idx="1814">10982</cx:pt>
          <cx:pt idx="1815">10982</cx:pt>
          <cx:pt idx="1816">10982</cx:pt>
          <cx:pt idx="1817">10982</cx:pt>
          <cx:pt idx="1818">10982</cx:pt>
          <cx:pt idx="1819">10982</cx:pt>
          <cx:pt idx="1820">10982</cx:pt>
          <cx:pt idx="1821">10982</cx:pt>
          <cx:pt idx="1822">10982</cx:pt>
          <cx:pt idx="1823">10982</cx:pt>
          <cx:pt idx="1824">10982</cx:pt>
          <cx:pt idx="1825">10982</cx:pt>
          <cx:pt idx="1826">10982</cx:pt>
          <cx:pt idx="1827">10982</cx:pt>
          <cx:pt idx="1828">10982</cx:pt>
          <cx:pt idx="1829">10982</cx:pt>
          <cx:pt idx="1830">10982</cx:pt>
          <cx:pt idx="1831">10982</cx:pt>
          <cx:pt idx="1832">10982</cx:pt>
          <cx:pt idx="1833">10982</cx:pt>
          <cx:pt idx="1834">10982</cx:pt>
          <cx:pt idx="1835">10982</cx:pt>
          <cx:pt idx="1836">10982</cx:pt>
          <cx:pt idx="1837">10982</cx:pt>
          <cx:pt idx="1838">10982</cx:pt>
          <cx:pt idx="1839">10982</cx:pt>
          <cx:pt idx="1840">10982</cx:pt>
          <cx:pt idx="1841">10982</cx:pt>
          <cx:pt idx="1842">10982</cx:pt>
          <cx:pt idx="1843">10982</cx:pt>
          <cx:pt idx="1844">10982</cx:pt>
          <cx:pt idx="1845">10982</cx:pt>
          <cx:pt idx="1846">10982</cx:pt>
          <cx:pt idx="1847">10982</cx:pt>
          <cx:pt idx="1848">10982</cx:pt>
          <cx:pt idx="1849">10982</cx:pt>
          <cx:pt idx="1850">10982</cx:pt>
          <cx:pt idx="1851">10982</cx:pt>
          <cx:pt idx="1852">10982</cx:pt>
          <cx:pt idx="1853">10982</cx:pt>
          <cx:pt idx="1854">10982</cx:pt>
          <cx:pt idx="1855">10982</cx:pt>
          <cx:pt idx="1856">10982</cx:pt>
          <cx:pt idx="1857">10982</cx:pt>
          <cx:pt idx="1858">10982</cx:pt>
          <cx:pt idx="1859">10982</cx:pt>
          <cx:pt idx="1860">10982</cx:pt>
          <cx:pt idx="1861">10982</cx:pt>
          <cx:pt idx="1862">10982</cx:pt>
          <cx:pt idx="1863">10982</cx:pt>
          <cx:pt idx="1864">10982</cx:pt>
          <cx:pt idx="1865">10982</cx:pt>
          <cx:pt idx="1866">10982</cx:pt>
          <cx:pt idx="1867">10982</cx:pt>
          <cx:pt idx="1868">10982</cx:pt>
          <cx:pt idx="1869">10982</cx:pt>
          <cx:pt idx="1870">10982</cx:pt>
          <cx:pt idx="1871">10982</cx:pt>
          <cx:pt idx="1872">10982</cx:pt>
          <cx:pt idx="1873">10982</cx:pt>
          <cx:pt idx="1874">10982</cx:pt>
          <cx:pt idx="1875">10982</cx:pt>
          <cx:pt idx="1876">10982</cx:pt>
          <cx:pt idx="1877">10982</cx:pt>
          <cx:pt idx="1878">10982</cx:pt>
          <cx:pt idx="1879">10982</cx:pt>
          <cx:pt idx="1880">10982</cx:pt>
          <cx:pt idx="1881">10982</cx:pt>
          <cx:pt idx="1882">10982</cx:pt>
          <cx:pt idx="1883">10982</cx:pt>
          <cx:pt idx="1884">10982</cx:pt>
          <cx:pt idx="1885">10982</cx:pt>
          <cx:pt idx="1886">10982</cx:pt>
          <cx:pt idx="1887">10982</cx:pt>
          <cx:pt idx="1888">10982</cx:pt>
          <cx:pt idx="1889">10982</cx:pt>
          <cx:pt idx="1890">10982</cx:pt>
          <cx:pt idx="1891">10982</cx:pt>
          <cx:pt idx="1892">10982</cx:pt>
          <cx:pt idx="1893">10982</cx:pt>
          <cx:pt idx="1894">10982</cx:pt>
          <cx:pt idx="1895">10982</cx:pt>
          <cx:pt idx="1896">10982</cx:pt>
          <cx:pt idx="1897">10982</cx:pt>
          <cx:pt idx="1898">10982</cx:pt>
          <cx:pt idx="1899">10982</cx:pt>
          <cx:pt idx="1900">10982</cx:pt>
          <cx:pt idx="1901">10982</cx:pt>
          <cx:pt idx="1902">10982</cx:pt>
          <cx:pt idx="1903">10982</cx:pt>
          <cx:pt idx="1904">10982</cx:pt>
          <cx:pt idx="1905">10982</cx:pt>
          <cx:pt idx="1906">10982</cx:pt>
          <cx:pt idx="1907">10982</cx:pt>
          <cx:pt idx="1908">10982</cx:pt>
          <cx:pt idx="1909">10982</cx:pt>
          <cx:pt idx="1910">10982</cx:pt>
          <cx:pt idx="1911">10982</cx:pt>
          <cx:pt idx="1912">10982</cx:pt>
          <cx:pt idx="1913">10982</cx:pt>
          <cx:pt idx="1914">10982</cx:pt>
          <cx:pt idx="1915">10982</cx:pt>
          <cx:pt idx="1916">10982</cx:pt>
          <cx:pt idx="1917">10982</cx:pt>
          <cx:pt idx="1918">10982</cx:pt>
          <cx:pt idx="1919">10982</cx:pt>
          <cx:pt idx="1920">10982</cx:pt>
          <cx:pt idx="1921">10982</cx:pt>
          <cx:pt idx="1922">10982</cx:pt>
          <cx:pt idx="1923">10982</cx:pt>
          <cx:pt idx="1924">10982</cx:pt>
          <cx:pt idx="1925">10982</cx:pt>
          <cx:pt idx="1926">10982</cx:pt>
          <cx:pt idx="1927">10982</cx:pt>
          <cx:pt idx="1928">10982</cx:pt>
          <cx:pt idx="1929">10982</cx:pt>
          <cx:pt idx="1930">10982</cx:pt>
          <cx:pt idx="1931">10982</cx:pt>
          <cx:pt idx="1932">10982</cx:pt>
          <cx:pt idx="1933">10982</cx:pt>
          <cx:pt idx="1934">10982</cx:pt>
          <cx:pt idx="1935">10982</cx:pt>
          <cx:pt idx="1936">10982</cx:pt>
          <cx:pt idx="1937">10982</cx:pt>
          <cx:pt idx="1938">10982</cx:pt>
          <cx:pt idx="1939">10982</cx:pt>
          <cx:pt idx="1940">10982</cx:pt>
          <cx:pt idx="1941">10982</cx:pt>
          <cx:pt idx="1942">10982</cx:pt>
          <cx:pt idx="1943">10982</cx:pt>
          <cx:pt idx="1944">10982</cx:pt>
          <cx:pt idx="1945">10982</cx:pt>
          <cx:pt idx="1946">10982</cx:pt>
          <cx:pt idx="1947">10982</cx:pt>
          <cx:pt idx="1948">10982</cx:pt>
          <cx:pt idx="1949">10982</cx:pt>
          <cx:pt idx="1950">10982</cx:pt>
          <cx:pt idx="1951">10982</cx:pt>
          <cx:pt idx="1952">10982</cx:pt>
          <cx:pt idx="1953">10982</cx:pt>
          <cx:pt idx="1954">10982</cx:pt>
          <cx:pt idx="1955">10982</cx:pt>
          <cx:pt idx="1956">10982</cx:pt>
          <cx:pt idx="1957">10982</cx:pt>
          <cx:pt idx="1958">10982</cx:pt>
          <cx:pt idx="1959">10982</cx:pt>
          <cx:pt idx="1960">10982</cx:pt>
          <cx:pt idx="1961">10982</cx:pt>
          <cx:pt idx="1962">10982</cx:pt>
          <cx:pt idx="1963">10982</cx:pt>
          <cx:pt idx="1964">10982</cx:pt>
          <cx:pt idx="1965">10982</cx:pt>
          <cx:pt idx="1966">10982</cx:pt>
          <cx:pt idx="1967">10982</cx:pt>
          <cx:pt idx="1968">10982</cx:pt>
          <cx:pt idx="1969">10982</cx:pt>
          <cx:pt idx="1970">10982</cx:pt>
          <cx:pt idx="1971">10982</cx:pt>
          <cx:pt idx="1972">10982</cx:pt>
          <cx:pt idx="1973">10982</cx:pt>
          <cx:pt idx="1974">10982</cx:pt>
          <cx:pt idx="1975">10982</cx:pt>
          <cx:pt idx="1976">10982</cx:pt>
          <cx:pt idx="1977">10982</cx:pt>
          <cx:pt idx="1978">10982</cx:pt>
          <cx:pt idx="1979">10982</cx:pt>
          <cx:pt idx="1980">10982</cx:pt>
          <cx:pt idx="1981">10982</cx:pt>
          <cx:pt idx="1982">10982</cx:pt>
          <cx:pt idx="1983">10982</cx:pt>
          <cx:pt idx="1984">10982</cx:pt>
          <cx:pt idx="1985">10982</cx:pt>
          <cx:pt idx="1986">10982</cx:pt>
          <cx:pt idx="1987">10982</cx:pt>
          <cx:pt idx="1988">10982</cx:pt>
          <cx:pt idx="1989">10982</cx:pt>
          <cx:pt idx="1990">10982</cx:pt>
          <cx:pt idx="1991">10982</cx:pt>
          <cx:pt idx="1992">10982</cx:pt>
          <cx:pt idx="1993">10982</cx:pt>
          <cx:pt idx="1994">10982</cx:pt>
          <cx:pt idx="1995">10982</cx:pt>
          <cx:pt idx="1996">10982</cx:pt>
          <cx:pt idx="1997">10982</cx:pt>
          <cx:pt idx="1998">10982</cx:pt>
          <cx:pt idx="1999">10982</cx:pt>
          <cx:pt idx="2000">10982</cx:pt>
          <cx:pt idx="2001">10982</cx:pt>
          <cx:pt idx="2002">10982</cx:pt>
          <cx:pt idx="2003">10982</cx:pt>
          <cx:pt idx="2004">10982</cx:pt>
          <cx:pt idx="2005">10982</cx:pt>
          <cx:pt idx="2006">10982</cx:pt>
          <cx:pt idx="2007">10982</cx:pt>
          <cx:pt idx="2008">10982</cx:pt>
          <cx:pt idx="2009">10982</cx:pt>
          <cx:pt idx="2010">10982</cx:pt>
          <cx:pt idx="2011">10982</cx:pt>
          <cx:pt idx="2012">10982</cx:pt>
          <cx:pt idx="2013">10982</cx:pt>
          <cx:pt idx="2014">10982</cx:pt>
          <cx:pt idx="2015">10982</cx:pt>
          <cx:pt idx="2016">10982</cx:pt>
          <cx:pt idx="2017">10982</cx:pt>
          <cx:pt idx="2018">10982</cx:pt>
          <cx:pt idx="2019">10982</cx:pt>
          <cx:pt idx="2020">10982</cx:pt>
          <cx:pt idx="2021">10982</cx:pt>
          <cx:pt idx="2022">10982</cx:pt>
          <cx:pt idx="2023">10982</cx:pt>
          <cx:pt idx="2024">10982</cx:pt>
          <cx:pt idx="2025">10982</cx:pt>
          <cx:pt idx="2026">10982</cx:pt>
          <cx:pt idx="2027">10982</cx:pt>
          <cx:pt idx="2028">10982</cx:pt>
          <cx:pt idx="2029">10982</cx:pt>
          <cx:pt idx="2030">10982</cx:pt>
          <cx:pt idx="2031">10982</cx:pt>
          <cx:pt idx="2032">10982</cx:pt>
          <cx:pt idx="2033">10982</cx:pt>
          <cx:pt idx="2034">10982</cx:pt>
          <cx:pt idx="2035">10982</cx:pt>
          <cx:pt idx="2036">10982</cx:pt>
          <cx:pt idx="2037">10982</cx:pt>
          <cx:pt idx="2038">10982</cx:pt>
          <cx:pt idx="2039">10982</cx:pt>
          <cx:pt idx="2040">10982</cx:pt>
          <cx:pt idx="2041">10982</cx:pt>
          <cx:pt idx="2042">10982</cx:pt>
          <cx:pt idx="2043">10982</cx:pt>
          <cx:pt idx="2044">10982</cx:pt>
          <cx:pt idx="2045">10982</cx:pt>
          <cx:pt idx="2046">10982</cx:pt>
          <cx:pt idx="2047">10982</cx:pt>
          <cx:pt idx="2048">10982</cx:pt>
          <cx:pt idx="2049">10982</cx:pt>
          <cx:pt idx="2050">10982</cx:pt>
          <cx:pt idx="2051">10982</cx:pt>
          <cx:pt idx="2052">10982</cx:pt>
          <cx:pt idx="2053">10982</cx:pt>
          <cx:pt idx="2054">10982</cx:pt>
          <cx:pt idx="2055">10982</cx:pt>
          <cx:pt idx="2056">10982</cx:pt>
          <cx:pt idx="2057">10982</cx:pt>
          <cx:pt idx="2058">10982</cx:pt>
          <cx:pt idx="2059">10982</cx:pt>
          <cx:pt idx="2060">10982</cx:pt>
          <cx:pt idx="2061">10982</cx:pt>
          <cx:pt idx="2062">10982</cx:pt>
          <cx:pt idx="2063">10982</cx:pt>
          <cx:pt idx="2064">10982</cx:pt>
          <cx:pt idx="2065">10982</cx:pt>
          <cx:pt idx="2066">10982</cx:pt>
          <cx:pt idx="2067">10982</cx:pt>
          <cx:pt idx="2068">10982</cx:pt>
          <cx:pt idx="2069">10982</cx:pt>
          <cx:pt idx="2070">10982</cx:pt>
          <cx:pt idx="2071">10982</cx:pt>
          <cx:pt idx="2072">10982</cx:pt>
          <cx:pt idx="2073">10982</cx:pt>
          <cx:pt idx="2074">10982</cx:pt>
          <cx:pt idx="2075">10982</cx:pt>
          <cx:pt idx="2076">10982</cx:pt>
          <cx:pt idx="2077">10982</cx:pt>
          <cx:pt idx="2078">10982</cx:pt>
          <cx:pt idx="2079">10982</cx:pt>
          <cx:pt idx="2080">10982</cx:pt>
          <cx:pt idx="2081">10982</cx:pt>
          <cx:pt idx="2082">10982</cx:pt>
          <cx:pt idx="2083">10982</cx:pt>
          <cx:pt idx="2084">10982</cx:pt>
          <cx:pt idx="2085">10982</cx:pt>
          <cx:pt idx="2086">10982</cx:pt>
          <cx:pt idx="2087">10982</cx:pt>
          <cx:pt idx="2088">10982</cx:pt>
          <cx:pt idx="2089">10982</cx:pt>
          <cx:pt idx="2090">10982</cx:pt>
          <cx:pt idx="2091">10982</cx:pt>
          <cx:pt idx="2092">10982</cx:pt>
          <cx:pt idx="2093">10982</cx:pt>
          <cx:pt idx="2094">11518</cx:pt>
          <cx:pt idx="2095">11518</cx:pt>
          <cx:pt idx="2096">11518</cx:pt>
          <cx:pt idx="2097">11518</cx:pt>
          <cx:pt idx="2098">11518</cx:pt>
          <cx:pt idx="2099">11518</cx:pt>
          <cx:pt idx="2100">11518</cx:pt>
          <cx:pt idx="2101">11518</cx:pt>
          <cx:pt idx="2102">11518</cx:pt>
          <cx:pt idx="2103">11518</cx:pt>
          <cx:pt idx="2104">11518</cx:pt>
          <cx:pt idx="2105">11518</cx:pt>
          <cx:pt idx="2106">11518</cx:pt>
          <cx:pt idx="2107">11518</cx:pt>
          <cx:pt idx="2108">11518</cx:pt>
          <cx:pt idx="2109">11518</cx:pt>
          <cx:pt idx="2110">11518</cx:pt>
          <cx:pt idx="2111">11518</cx:pt>
          <cx:pt idx="2112">11518</cx:pt>
          <cx:pt idx="2113">11518</cx:pt>
          <cx:pt idx="2114">11518</cx:pt>
          <cx:pt idx="2115">11518</cx:pt>
          <cx:pt idx="2116">11518</cx:pt>
          <cx:pt idx="2117">11518</cx:pt>
          <cx:pt idx="2118">11518</cx:pt>
          <cx:pt idx="2119">11518</cx:pt>
          <cx:pt idx="2120">11518</cx:pt>
          <cx:pt idx="2121">11518</cx:pt>
          <cx:pt idx="2122">11518</cx:pt>
          <cx:pt idx="2123">11518</cx:pt>
          <cx:pt idx="2124">11518</cx:pt>
          <cx:pt idx="2125">11518</cx:pt>
          <cx:pt idx="2126">11518</cx:pt>
          <cx:pt idx="2127">11518</cx:pt>
          <cx:pt idx="2128">11518</cx:pt>
          <cx:pt idx="2129">11518</cx:pt>
          <cx:pt idx="2130">11518</cx:pt>
          <cx:pt idx="2131">11518</cx:pt>
          <cx:pt idx="2132">11518</cx:pt>
          <cx:pt idx="2133">11518</cx:pt>
          <cx:pt idx="2134">11518</cx:pt>
          <cx:pt idx="2135">11518</cx:pt>
          <cx:pt idx="2136">11518</cx:pt>
          <cx:pt idx="2137">11518</cx:pt>
          <cx:pt idx="2138">11518</cx:pt>
          <cx:pt idx="2139">11518</cx:pt>
          <cx:pt idx="2140">11518</cx:pt>
          <cx:pt idx="2141">11518</cx:pt>
          <cx:pt idx="2142">11518</cx:pt>
          <cx:pt idx="2143">11518</cx:pt>
          <cx:pt idx="2144">11518</cx:pt>
          <cx:pt idx="2145">11518</cx:pt>
          <cx:pt idx="2146">11518</cx:pt>
          <cx:pt idx="2147">11518</cx:pt>
          <cx:pt idx="2148">11518</cx:pt>
          <cx:pt idx="2149">11518</cx:pt>
          <cx:pt idx="2150">11518</cx:pt>
          <cx:pt idx="2151">11518</cx:pt>
          <cx:pt idx="2152">11518</cx:pt>
          <cx:pt idx="2153">11518</cx:pt>
          <cx:pt idx="2154">11518</cx:pt>
          <cx:pt idx="2155">11518</cx:pt>
          <cx:pt idx="2156">11518</cx:pt>
          <cx:pt idx="2157">11518</cx:pt>
          <cx:pt idx="2158">11518</cx:pt>
          <cx:pt idx="2159">11518</cx:pt>
          <cx:pt idx="2160">11518</cx:pt>
          <cx:pt idx="2161">11518</cx:pt>
          <cx:pt idx="2162">11518</cx:pt>
          <cx:pt idx="2163">11518</cx:pt>
          <cx:pt idx="2164">11518</cx:pt>
          <cx:pt idx="2165">11518</cx:pt>
          <cx:pt idx="2166">11518</cx:pt>
          <cx:pt idx="2167">11518</cx:pt>
          <cx:pt idx="2168">11518</cx:pt>
          <cx:pt idx="2169">11518</cx:pt>
          <cx:pt idx="2170">11518</cx:pt>
          <cx:pt idx="2171">11518</cx:pt>
          <cx:pt idx="2172">11518</cx:pt>
          <cx:pt idx="2173">11518</cx:pt>
          <cx:pt idx="2174">11518</cx:pt>
          <cx:pt idx="2175">11518</cx:pt>
          <cx:pt idx="2176">11518</cx:pt>
          <cx:pt idx="2177">11518</cx:pt>
          <cx:pt idx="2178">11518</cx:pt>
          <cx:pt idx="2179">11518</cx:pt>
          <cx:pt idx="2180">11518</cx:pt>
          <cx:pt idx="2181">11518</cx:pt>
          <cx:pt idx="2182">11518</cx:pt>
          <cx:pt idx="2183">11518</cx:pt>
          <cx:pt idx="2184">11518</cx:pt>
          <cx:pt idx="2185">11518</cx:pt>
          <cx:pt idx="2186">11518</cx:pt>
          <cx:pt idx="2187">11518</cx:pt>
          <cx:pt idx="2188">11518</cx:pt>
          <cx:pt idx="2189">11518</cx:pt>
          <cx:pt idx="2190">11518</cx:pt>
          <cx:pt idx="2191">11518</cx:pt>
          <cx:pt idx="2192">11518</cx:pt>
          <cx:pt idx="2193">11518</cx:pt>
          <cx:pt idx="2194">11518</cx:pt>
          <cx:pt idx="2195">11518</cx:pt>
          <cx:pt idx="2196">11518</cx:pt>
          <cx:pt idx="2197">11518</cx:pt>
          <cx:pt idx="2198">11518</cx:pt>
          <cx:pt idx="2199">11518</cx:pt>
          <cx:pt idx="2200">11518</cx:pt>
          <cx:pt idx="2201">11518</cx:pt>
          <cx:pt idx="2202">11518</cx:pt>
          <cx:pt idx="2203">11518</cx:pt>
          <cx:pt idx="2204">11518</cx:pt>
          <cx:pt idx="2205">11518</cx:pt>
          <cx:pt idx="2206">11518</cx:pt>
          <cx:pt idx="2207">11518</cx:pt>
          <cx:pt idx="2208">11518</cx:pt>
          <cx:pt idx="2209">11518</cx:pt>
          <cx:pt idx="2210">11518</cx:pt>
          <cx:pt idx="2211">11518</cx:pt>
          <cx:pt idx="2212">11518</cx:pt>
          <cx:pt idx="2213">11518</cx:pt>
          <cx:pt idx="2214">11518</cx:pt>
          <cx:pt idx="2215">11518</cx:pt>
          <cx:pt idx="2216">11518</cx:pt>
          <cx:pt idx="2217">11518</cx:pt>
          <cx:pt idx="2218">11518</cx:pt>
          <cx:pt idx="2219">11518</cx:pt>
          <cx:pt idx="2220">11518</cx:pt>
          <cx:pt idx="2221">11518</cx:pt>
          <cx:pt idx="2222">11518</cx:pt>
          <cx:pt idx="2223">11518</cx:pt>
          <cx:pt idx="2224">11518</cx:pt>
          <cx:pt idx="2225">11518</cx:pt>
          <cx:pt idx="2226">11518</cx:pt>
          <cx:pt idx="2227">11518</cx:pt>
          <cx:pt idx="2228">11518</cx:pt>
          <cx:pt idx="2229">11518</cx:pt>
          <cx:pt idx="2230">11518</cx:pt>
          <cx:pt idx="2231">11518</cx:pt>
          <cx:pt idx="2232">11518</cx:pt>
          <cx:pt idx="2233">11518</cx:pt>
          <cx:pt idx="2234">11518</cx:pt>
          <cx:pt idx="2235">11518</cx:pt>
          <cx:pt idx="2236">11518</cx:pt>
          <cx:pt idx="2237">11518</cx:pt>
          <cx:pt idx="2238">11518</cx:pt>
          <cx:pt idx="2239">11518</cx:pt>
          <cx:pt idx="2240">11518</cx:pt>
          <cx:pt idx="2241">11518</cx:pt>
          <cx:pt idx="2242">11518</cx:pt>
          <cx:pt idx="2243">11518</cx:pt>
          <cx:pt idx="2244">11518</cx:pt>
          <cx:pt idx="2245">11518</cx:pt>
          <cx:pt idx="2246">11518</cx:pt>
          <cx:pt idx="2247">11518</cx:pt>
          <cx:pt idx="2248">11518</cx:pt>
          <cx:pt idx="2249">11518</cx:pt>
          <cx:pt idx="2250">11518</cx:pt>
          <cx:pt idx="2251">11518</cx:pt>
          <cx:pt idx="2252">11518</cx:pt>
          <cx:pt idx="2253">11518</cx:pt>
          <cx:pt idx="2254">11518</cx:pt>
          <cx:pt idx="2255">11518</cx:pt>
          <cx:pt idx="2256">11518</cx:pt>
          <cx:pt idx="2257">11518</cx:pt>
          <cx:pt idx="2258">11518</cx:pt>
          <cx:pt idx="2259">11518</cx:pt>
          <cx:pt idx="2260">11518</cx:pt>
          <cx:pt idx="2261">11518</cx:pt>
          <cx:pt idx="2262">11518</cx:pt>
          <cx:pt idx="2263">11518</cx:pt>
          <cx:pt idx="2264">11518</cx:pt>
          <cx:pt idx="2265">11518</cx:pt>
          <cx:pt idx="2266">11518</cx:pt>
          <cx:pt idx="2267">11518</cx:pt>
          <cx:pt idx="2268">11518</cx:pt>
          <cx:pt idx="2269">11518</cx:pt>
          <cx:pt idx="2270">11518</cx:pt>
          <cx:pt idx="2271">11518</cx:pt>
          <cx:pt idx="2272">11518</cx:pt>
          <cx:pt idx="2273">11518</cx:pt>
          <cx:pt idx="2274">11518</cx:pt>
          <cx:pt idx="2275">11518</cx:pt>
          <cx:pt idx="2276">11518</cx:pt>
          <cx:pt idx="2277">11518</cx:pt>
          <cx:pt idx="2278">11518</cx:pt>
          <cx:pt idx="2279">11518</cx:pt>
          <cx:pt idx="2280">11518</cx:pt>
          <cx:pt idx="2281">11518</cx:pt>
          <cx:pt idx="2282">11518</cx:pt>
          <cx:pt idx="2283">11518</cx:pt>
          <cx:pt idx="2284">11518</cx:pt>
          <cx:pt idx="2285">11518</cx:pt>
          <cx:pt idx="2286">11518</cx:pt>
          <cx:pt idx="2287">11518</cx:pt>
          <cx:pt idx="2288">11518</cx:pt>
          <cx:pt idx="2289">11518</cx:pt>
          <cx:pt idx="2290">11518</cx:pt>
          <cx:pt idx="2291">11518</cx:pt>
          <cx:pt idx="2292">11518</cx:pt>
          <cx:pt idx="2293">11518</cx:pt>
          <cx:pt idx="2294">11518</cx:pt>
          <cx:pt idx="2295">11518</cx:pt>
          <cx:pt idx="2296">11518</cx:pt>
          <cx:pt idx="2297">11518</cx:pt>
          <cx:pt idx="2298">11518</cx:pt>
          <cx:pt idx="2299">11518</cx:pt>
          <cx:pt idx="2300">11518</cx:pt>
          <cx:pt idx="2301">11518</cx:pt>
          <cx:pt idx="2302">11518</cx:pt>
          <cx:pt idx="2303">11518</cx:pt>
          <cx:pt idx="2304">11518</cx:pt>
          <cx:pt idx="2305">11518</cx:pt>
          <cx:pt idx="2306">11518</cx:pt>
          <cx:pt idx="2307">11518</cx:pt>
          <cx:pt idx="2308">11518</cx:pt>
          <cx:pt idx="2309">11518</cx:pt>
          <cx:pt idx="2310">11518</cx:pt>
          <cx:pt idx="2311">11518</cx:pt>
          <cx:pt idx="2312">11518</cx:pt>
          <cx:pt idx="2313">11518</cx:pt>
          <cx:pt idx="2314">11518</cx:pt>
          <cx:pt idx="2315">11518</cx:pt>
          <cx:pt idx="2316">11518</cx:pt>
          <cx:pt idx="2317">11518</cx:pt>
          <cx:pt idx="2318">11518</cx:pt>
          <cx:pt idx="2319">11518</cx:pt>
          <cx:pt idx="2320">11518</cx:pt>
          <cx:pt idx="2321">11518</cx:pt>
          <cx:pt idx="2322">11518</cx:pt>
          <cx:pt idx="2323">11518</cx:pt>
          <cx:pt idx="2324">11518</cx:pt>
          <cx:pt idx="2325">11518</cx:pt>
          <cx:pt idx="2326">11518</cx:pt>
          <cx:pt idx="2327">11518</cx:pt>
          <cx:pt idx="2328">11518</cx:pt>
          <cx:pt idx="2329">11518</cx:pt>
          <cx:pt idx="2330">11518</cx:pt>
          <cx:pt idx="2331">11518</cx:pt>
          <cx:pt idx="2332">11518</cx:pt>
          <cx:pt idx="2333">11518</cx:pt>
          <cx:pt idx="2334">11518</cx:pt>
          <cx:pt idx="2335">11518</cx:pt>
          <cx:pt idx="2336">11518</cx:pt>
          <cx:pt idx="2337">11518</cx:pt>
          <cx:pt idx="2338">11518</cx:pt>
          <cx:pt idx="2339">11518</cx:pt>
          <cx:pt idx="2340">11518</cx:pt>
          <cx:pt idx="2341">11518</cx:pt>
          <cx:pt idx="2342">11518</cx:pt>
          <cx:pt idx="2343">11518</cx:pt>
          <cx:pt idx="2344">11518</cx:pt>
          <cx:pt idx="2345">11518</cx:pt>
          <cx:pt idx="2346">11518</cx:pt>
          <cx:pt idx="2347">11518</cx:pt>
          <cx:pt idx="2348">11518</cx:pt>
          <cx:pt idx="2349">11518</cx:pt>
          <cx:pt idx="2350">11518</cx:pt>
          <cx:pt idx="2351">11518</cx:pt>
          <cx:pt idx="2352">11518</cx:pt>
          <cx:pt idx="2353">11518</cx:pt>
          <cx:pt idx="2354">11518</cx:pt>
          <cx:pt idx="2355">11518</cx:pt>
          <cx:pt idx="2356">11518</cx:pt>
          <cx:pt idx="2357">11518</cx:pt>
          <cx:pt idx="2358">11518</cx:pt>
          <cx:pt idx="2359">11518</cx:pt>
          <cx:pt idx="2360">11518</cx:pt>
          <cx:pt idx="2361">11518</cx:pt>
          <cx:pt idx="2362">11518</cx:pt>
          <cx:pt idx="2363">11518</cx:pt>
          <cx:pt idx="2364">11518</cx:pt>
          <cx:pt idx="2365">11518</cx:pt>
          <cx:pt idx="2366">11518</cx:pt>
          <cx:pt idx="2367">11518</cx:pt>
          <cx:pt idx="2368">11518</cx:pt>
          <cx:pt idx="2369">11518</cx:pt>
          <cx:pt idx="2370">11518</cx:pt>
          <cx:pt idx="2371">11518</cx:pt>
          <cx:pt idx="2372">11518</cx:pt>
          <cx:pt idx="2373">11518</cx:pt>
          <cx:pt idx="2374">11518</cx:pt>
          <cx:pt idx="2375">11518</cx:pt>
          <cx:pt idx="2376">11518</cx:pt>
          <cx:pt idx="2377">11518</cx:pt>
          <cx:pt idx="2378">11518</cx:pt>
          <cx:pt idx="2379">11518</cx:pt>
          <cx:pt idx="2380">11518</cx:pt>
          <cx:pt idx="2381">11518</cx:pt>
          <cx:pt idx="2382">11518</cx:pt>
          <cx:pt idx="2383">11518</cx:pt>
          <cx:pt idx="2384">11518</cx:pt>
          <cx:pt idx="2385">11518</cx:pt>
          <cx:pt idx="2386">11518</cx:pt>
          <cx:pt idx="2387">11518</cx:pt>
          <cx:pt idx="2388">11518</cx:pt>
          <cx:pt idx="2389">11518</cx:pt>
          <cx:pt idx="2390">11518</cx:pt>
          <cx:pt idx="2391">11518</cx:pt>
          <cx:pt idx="2392">11518</cx:pt>
          <cx:pt idx="2393">11518</cx:pt>
          <cx:pt idx="2394">11518</cx:pt>
          <cx:pt idx="2395">11518</cx:pt>
          <cx:pt idx="2396">11518</cx:pt>
          <cx:pt idx="2397">11518</cx:pt>
          <cx:pt idx="2398">11518</cx:pt>
          <cx:pt idx="2399">11518</cx:pt>
          <cx:pt idx="2400">11518</cx:pt>
          <cx:pt idx="2401">11518</cx:pt>
          <cx:pt idx="2402">11518</cx:pt>
          <cx:pt idx="2403">11518</cx:pt>
          <cx:pt idx="2404">12054</cx:pt>
          <cx:pt idx="2405">12054</cx:pt>
          <cx:pt idx="2406">12054</cx:pt>
          <cx:pt idx="2407">12054</cx:pt>
          <cx:pt idx="2408">12054</cx:pt>
          <cx:pt idx="2409">12054</cx:pt>
          <cx:pt idx="2410">12054</cx:pt>
          <cx:pt idx="2411">12054</cx:pt>
          <cx:pt idx="2412">12054</cx:pt>
          <cx:pt idx="2413">12054</cx:pt>
          <cx:pt idx="2414">12054</cx:pt>
          <cx:pt idx="2415">12054</cx:pt>
          <cx:pt idx="2416">12054</cx:pt>
          <cx:pt idx="2417">12054</cx:pt>
          <cx:pt idx="2418">12054</cx:pt>
          <cx:pt idx="2419">12054</cx:pt>
          <cx:pt idx="2420">12054</cx:pt>
          <cx:pt idx="2421">12054</cx:pt>
          <cx:pt idx="2422">12054</cx:pt>
          <cx:pt idx="2423">12054</cx:pt>
          <cx:pt idx="2424">12054</cx:pt>
          <cx:pt idx="2425">12054</cx:pt>
          <cx:pt idx="2426">12054</cx:pt>
          <cx:pt idx="2427">12054</cx:pt>
          <cx:pt idx="2428">12054</cx:pt>
          <cx:pt idx="2429">12054</cx:pt>
          <cx:pt idx="2430">12054</cx:pt>
          <cx:pt idx="2431">12054</cx:pt>
          <cx:pt idx="2432">12054</cx:pt>
          <cx:pt idx="2433">12054</cx:pt>
          <cx:pt idx="2434">12054</cx:pt>
          <cx:pt idx="2435">12054</cx:pt>
          <cx:pt idx="2436">12054</cx:pt>
          <cx:pt idx="2437">12054</cx:pt>
          <cx:pt idx="2438">12054</cx:pt>
          <cx:pt idx="2439">12054</cx:pt>
          <cx:pt idx="2440">12054</cx:pt>
          <cx:pt idx="2441">12054</cx:pt>
          <cx:pt idx="2442">12054</cx:pt>
          <cx:pt idx="2443">12054</cx:pt>
          <cx:pt idx="2444">12054</cx:pt>
          <cx:pt idx="2445">12054</cx:pt>
          <cx:pt idx="2446">12054</cx:pt>
          <cx:pt idx="2447">12054</cx:pt>
          <cx:pt idx="2448">12054</cx:pt>
          <cx:pt idx="2449">12054</cx:pt>
          <cx:pt idx="2450">12054</cx:pt>
          <cx:pt idx="2451">12054</cx:pt>
          <cx:pt idx="2452">12054</cx:pt>
          <cx:pt idx="2453">12054</cx:pt>
          <cx:pt idx="2454">12054</cx:pt>
          <cx:pt idx="2455">12054</cx:pt>
          <cx:pt idx="2456">12054</cx:pt>
          <cx:pt idx="2457">12054</cx:pt>
          <cx:pt idx="2458">12054</cx:pt>
          <cx:pt idx="2459">12054</cx:pt>
          <cx:pt idx="2460">12054</cx:pt>
          <cx:pt idx="2461">12054</cx:pt>
          <cx:pt idx="2462">12054</cx:pt>
          <cx:pt idx="2463">12054</cx:pt>
          <cx:pt idx="2464">12054</cx:pt>
          <cx:pt idx="2465">12054</cx:pt>
          <cx:pt idx="2466">12054</cx:pt>
          <cx:pt idx="2467">12054</cx:pt>
          <cx:pt idx="2468">12054</cx:pt>
          <cx:pt idx="2469">12054</cx:pt>
          <cx:pt idx="2470">12054</cx:pt>
          <cx:pt idx="2471">12054</cx:pt>
          <cx:pt idx="2472">12054</cx:pt>
          <cx:pt idx="2473">12054</cx:pt>
          <cx:pt idx="2474">12054</cx:pt>
          <cx:pt idx="2475">12054</cx:pt>
          <cx:pt idx="2476">12054</cx:pt>
          <cx:pt idx="2477">12054</cx:pt>
          <cx:pt idx="2478">12054</cx:pt>
          <cx:pt idx="2479">12054</cx:pt>
          <cx:pt idx="2480">12054</cx:pt>
          <cx:pt idx="2481">12054</cx:pt>
          <cx:pt idx="2482">12054</cx:pt>
          <cx:pt idx="2483">12054</cx:pt>
          <cx:pt idx="2484">12054</cx:pt>
          <cx:pt idx="2485">12054</cx:pt>
          <cx:pt idx="2486">12054</cx:pt>
          <cx:pt idx="2487">12054</cx:pt>
          <cx:pt idx="2488">12054</cx:pt>
          <cx:pt idx="2489">12054</cx:pt>
          <cx:pt idx="2490">12054</cx:pt>
          <cx:pt idx="2491">12054</cx:pt>
          <cx:pt idx="2492">12054</cx:pt>
          <cx:pt idx="2493">12054</cx:pt>
          <cx:pt idx="2494">12054</cx:pt>
          <cx:pt idx="2495">12054</cx:pt>
          <cx:pt idx="2496">12054</cx:pt>
          <cx:pt idx="2497">12054</cx:pt>
          <cx:pt idx="2498">12054</cx:pt>
          <cx:pt idx="2499">12054</cx:pt>
          <cx:pt idx="2500">12054</cx:pt>
          <cx:pt idx="2501">12054</cx:pt>
          <cx:pt idx="2502">12054</cx:pt>
          <cx:pt idx="2503">12054</cx:pt>
          <cx:pt idx="2504">12054</cx:pt>
          <cx:pt idx="2505">12054</cx:pt>
          <cx:pt idx="2506">12054</cx:pt>
          <cx:pt idx="2507">12054</cx:pt>
          <cx:pt idx="2508">12054</cx:pt>
          <cx:pt idx="2509">12054</cx:pt>
          <cx:pt idx="2510">12054</cx:pt>
          <cx:pt idx="2511">12054</cx:pt>
          <cx:pt idx="2512">12054</cx:pt>
          <cx:pt idx="2513">12054</cx:pt>
          <cx:pt idx="2514">12054</cx:pt>
          <cx:pt idx="2515">12054</cx:pt>
          <cx:pt idx="2516">12054</cx:pt>
          <cx:pt idx="2517">12054</cx:pt>
          <cx:pt idx="2518">12054</cx:pt>
          <cx:pt idx="2519">12054</cx:pt>
          <cx:pt idx="2520">12054</cx:pt>
          <cx:pt idx="2521">12054</cx:pt>
          <cx:pt idx="2522">12054</cx:pt>
          <cx:pt idx="2523">12054</cx:pt>
          <cx:pt idx="2524">12054</cx:pt>
          <cx:pt idx="2525">12054</cx:pt>
          <cx:pt idx="2526">12054</cx:pt>
          <cx:pt idx="2527">12054</cx:pt>
          <cx:pt idx="2528">12054</cx:pt>
          <cx:pt idx="2529">12054</cx:pt>
          <cx:pt idx="2530">12054</cx:pt>
          <cx:pt idx="2531">12054</cx:pt>
          <cx:pt idx="2532">12054</cx:pt>
          <cx:pt idx="2533">12054</cx:pt>
          <cx:pt idx="2534">12054</cx:pt>
          <cx:pt idx="2535">12054</cx:pt>
          <cx:pt idx="2536">12054</cx:pt>
          <cx:pt idx="2537">12054</cx:pt>
          <cx:pt idx="2538">12054</cx:pt>
          <cx:pt idx="2539">12054</cx:pt>
          <cx:pt idx="2540">12054</cx:pt>
          <cx:pt idx="2541">12054</cx:pt>
          <cx:pt idx="2542">12054</cx:pt>
          <cx:pt idx="2543">12054</cx:pt>
          <cx:pt idx="2544">12054</cx:pt>
          <cx:pt idx="2545">12054</cx:pt>
          <cx:pt idx="2546">12054</cx:pt>
          <cx:pt idx="2547">12054</cx:pt>
          <cx:pt idx="2548">12054</cx:pt>
          <cx:pt idx="2549">12054</cx:pt>
          <cx:pt idx="2550">12054</cx:pt>
          <cx:pt idx="2551">12054</cx:pt>
          <cx:pt idx="2552">12054</cx:pt>
          <cx:pt idx="2553">12054</cx:pt>
          <cx:pt idx="2554">12054</cx:pt>
          <cx:pt idx="2555">12054</cx:pt>
          <cx:pt idx="2556">12054</cx:pt>
          <cx:pt idx="2557">12054</cx:pt>
          <cx:pt idx="2558">12054</cx:pt>
          <cx:pt idx="2559">12054</cx:pt>
          <cx:pt idx="2560">12054</cx:pt>
          <cx:pt idx="2561">12054</cx:pt>
          <cx:pt idx="2562">12054</cx:pt>
          <cx:pt idx="2563">12054</cx:pt>
          <cx:pt idx="2564">12054</cx:pt>
          <cx:pt idx="2565">12054</cx:pt>
          <cx:pt idx="2566">12054</cx:pt>
          <cx:pt idx="2567">12054</cx:pt>
          <cx:pt idx="2568">12054</cx:pt>
          <cx:pt idx="2569">12054</cx:pt>
          <cx:pt idx="2570">12054</cx:pt>
          <cx:pt idx="2571">12054</cx:pt>
          <cx:pt idx="2572">12054</cx:pt>
          <cx:pt idx="2573">12054</cx:pt>
          <cx:pt idx="2574">12054</cx:pt>
          <cx:pt idx="2575">12054</cx:pt>
          <cx:pt idx="2576">12054</cx:pt>
          <cx:pt idx="2577">12054</cx:pt>
          <cx:pt idx="2578">12054</cx:pt>
          <cx:pt idx="2579">12054</cx:pt>
          <cx:pt idx="2580">12054</cx:pt>
          <cx:pt idx="2581">12054</cx:pt>
          <cx:pt idx="2582">12054</cx:pt>
          <cx:pt idx="2583">12054</cx:pt>
          <cx:pt idx="2584">12054</cx:pt>
          <cx:pt idx="2585">12054</cx:pt>
          <cx:pt idx="2586">12054</cx:pt>
          <cx:pt idx="2587">12054</cx:pt>
          <cx:pt idx="2588">12054</cx:pt>
          <cx:pt idx="2589">12054</cx:pt>
          <cx:pt idx="2590">12054</cx:pt>
          <cx:pt idx="2591">12054</cx:pt>
          <cx:pt idx="2592">12054</cx:pt>
          <cx:pt idx="2593">12054</cx:pt>
          <cx:pt idx="2594">12054</cx:pt>
          <cx:pt idx="2595">12054</cx:pt>
          <cx:pt idx="2596">12054</cx:pt>
          <cx:pt idx="2597">12054</cx:pt>
          <cx:pt idx="2598">12054</cx:pt>
          <cx:pt idx="2599">12054</cx:pt>
          <cx:pt idx="2600">12054</cx:pt>
          <cx:pt idx="2601">12054</cx:pt>
          <cx:pt idx="2602">12054</cx:pt>
          <cx:pt idx="2603">12054</cx:pt>
          <cx:pt idx="2604">12054</cx:pt>
          <cx:pt idx="2605">12054</cx:pt>
          <cx:pt idx="2606">12054</cx:pt>
          <cx:pt idx="2607">12054</cx:pt>
          <cx:pt idx="2608">12054</cx:pt>
          <cx:pt idx="2609">12054</cx:pt>
          <cx:pt idx="2610">12054</cx:pt>
          <cx:pt idx="2611">12054</cx:pt>
          <cx:pt idx="2612">12054</cx:pt>
          <cx:pt idx="2613">12054</cx:pt>
          <cx:pt idx="2614">12054</cx:pt>
          <cx:pt idx="2615">12054</cx:pt>
          <cx:pt idx="2616">12054</cx:pt>
          <cx:pt idx="2617">12054</cx:pt>
          <cx:pt idx="2618">12054</cx:pt>
          <cx:pt idx="2619">12054</cx:pt>
          <cx:pt idx="2620">12054</cx:pt>
          <cx:pt idx="2621">12054</cx:pt>
          <cx:pt idx="2622">12054</cx:pt>
          <cx:pt idx="2623">12054</cx:pt>
          <cx:pt idx="2624">12054</cx:pt>
          <cx:pt idx="2625">12054</cx:pt>
          <cx:pt idx="2626">12054</cx:pt>
          <cx:pt idx="2627">12054</cx:pt>
          <cx:pt idx="2628">12054</cx:pt>
          <cx:pt idx="2629">12054</cx:pt>
          <cx:pt idx="2630">12054</cx:pt>
          <cx:pt idx="2631">12054</cx:pt>
          <cx:pt idx="2632">12054</cx:pt>
          <cx:pt idx="2633">12054</cx:pt>
          <cx:pt idx="2634">12054</cx:pt>
          <cx:pt idx="2635">12054</cx:pt>
          <cx:pt idx="2636">12054</cx:pt>
          <cx:pt idx="2637">12054</cx:pt>
          <cx:pt idx="2638">12054</cx:pt>
          <cx:pt idx="2639">12054</cx:pt>
          <cx:pt idx="2640">12054</cx:pt>
          <cx:pt idx="2641">12054</cx:pt>
          <cx:pt idx="2642">12054</cx:pt>
          <cx:pt idx="2643">12054</cx:pt>
          <cx:pt idx="2644">12054</cx:pt>
          <cx:pt idx="2645">12054</cx:pt>
          <cx:pt idx="2646">12054</cx:pt>
          <cx:pt idx="2647">12054</cx:pt>
          <cx:pt idx="2648">12054</cx:pt>
          <cx:pt idx="2649">12054</cx:pt>
          <cx:pt idx="2650">12054</cx:pt>
          <cx:pt idx="2651">12054</cx:pt>
          <cx:pt idx="2652">12054</cx:pt>
          <cx:pt idx="2653">12054</cx:pt>
          <cx:pt idx="2654">12054</cx:pt>
          <cx:pt idx="2655">12054</cx:pt>
          <cx:pt idx="2656">12054</cx:pt>
          <cx:pt idx="2657">12054</cx:pt>
          <cx:pt idx="2658">12054</cx:pt>
          <cx:pt idx="2659">12054</cx:pt>
          <cx:pt idx="2660">12054</cx:pt>
          <cx:pt idx="2661">12054</cx:pt>
          <cx:pt idx="2662">12054</cx:pt>
          <cx:pt idx="2663">12054</cx:pt>
          <cx:pt idx="2664">12054</cx:pt>
          <cx:pt idx="2665">12054</cx:pt>
          <cx:pt idx="2666">12054</cx:pt>
          <cx:pt idx="2667">12054</cx:pt>
          <cx:pt idx="2668">12054</cx:pt>
          <cx:pt idx="2669">12054</cx:pt>
          <cx:pt idx="2670">12054</cx:pt>
          <cx:pt idx="2671">12054</cx:pt>
          <cx:pt idx="2672">12054</cx:pt>
          <cx:pt idx="2673">12054</cx:pt>
          <cx:pt idx="2674">12054</cx:pt>
          <cx:pt idx="2675">12054</cx:pt>
          <cx:pt idx="2676">12054</cx:pt>
          <cx:pt idx="2677">12054</cx:pt>
          <cx:pt idx="2678">12054</cx:pt>
          <cx:pt idx="2679">12054</cx:pt>
          <cx:pt idx="2680">12054</cx:pt>
          <cx:pt idx="2681">12054</cx:pt>
          <cx:pt idx="2682">12054</cx:pt>
          <cx:pt idx="2683">12054</cx:pt>
          <cx:pt idx="2684">12054</cx:pt>
          <cx:pt idx="2685">12054</cx:pt>
          <cx:pt idx="2686">12054</cx:pt>
          <cx:pt idx="2687">12054</cx:pt>
          <cx:pt idx="2688">12054</cx:pt>
          <cx:pt idx="2689">12054</cx:pt>
          <cx:pt idx="2690">12054</cx:pt>
          <cx:pt idx="2691">12054</cx:pt>
          <cx:pt idx="2692">12054</cx:pt>
          <cx:pt idx="2693">12054</cx:pt>
          <cx:pt idx="2694">12054</cx:pt>
          <cx:pt idx="2695">12054</cx:pt>
          <cx:pt idx="2696">12054</cx:pt>
          <cx:pt idx="2697">12054</cx:pt>
          <cx:pt idx="2698">12054</cx:pt>
          <cx:pt idx="2699">12054</cx:pt>
          <cx:pt idx="2700">12054</cx:pt>
          <cx:pt idx="2701">12054</cx:pt>
          <cx:pt idx="2702">12054</cx:pt>
          <cx:pt idx="2703">12054</cx:pt>
          <cx:pt idx="2704">12054</cx:pt>
          <cx:pt idx="2705">12054</cx:pt>
          <cx:pt idx="2706">12054</cx:pt>
          <cx:pt idx="2707">12054</cx:pt>
          <cx:pt idx="2708">12054</cx:pt>
          <cx:pt idx="2709">12054</cx:pt>
          <cx:pt idx="2710">12054</cx:pt>
          <cx:pt idx="2711">12054</cx:pt>
          <cx:pt idx="2712">12054</cx:pt>
          <cx:pt idx="2713">12054</cx:pt>
          <cx:pt idx="2714">12054</cx:pt>
          <cx:pt idx="2715">12054</cx:pt>
          <cx:pt idx="2716">12054</cx:pt>
          <cx:pt idx="2717">12054</cx:pt>
          <cx:pt idx="2718">12054</cx:pt>
          <cx:pt idx="2719">12589</cx:pt>
          <cx:pt idx="2720">12589</cx:pt>
          <cx:pt idx="2721">12589</cx:pt>
          <cx:pt idx="2722">12589</cx:pt>
          <cx:pt idx="2723">12589</cx:pt>
          <cx:pt idx="2724">12589</cx:pt>
          <cx:pt idx="2725">12589</cx:pt>
          <cx:pt idx="2726">12589</cx:pt>
          <cx:pt idx="2727">12589</cx:pt>
          <cx:pt idx="2728">12589</cx:pt>
          <cx:pt idx="2729">12589</cx:pt>
          <cx:pt idx="2730">12589</cx:pt>
          <cx:pt idx="2731">12589</cx:pt>
          <cx:pt idx="2732">12589</cx:pt>
          <cx:pt idx="2733">12589</cx:pt>
          <cx:pt idx="2734">12589</cx:pt>
          <cx:pt idx="2735">12589</cx:pt>
          <cx:pt idx="2736">12589</cx:pt>
          <cx:pt idx="2737">12589</cx:pt>
          <cx:pt idx="2738">12589</cx:pt>
          <cx:pt idx="2739">12589</cx:pt>
          <cx:pt idx="2740">12589</cx:pt>
          <cx:pt idx="2741">12589</cx:pt>
          <cx:pt idx="2742">12589</cx:pt>
          <cx:pt idx="2743">12589</cx:pt>
          <cx:pt idx="2744">12589</cx:pt>
          <cx:pt idx="2745">12589</cx:pt>
          <cx:pt idx="2746">12589</cx:pt>
          <cx:pt idx="2747">12589</cx:pt>
          <cx:pt idx="2748">12589</cx:pt>
          <cx:pt idx="2749">12589</cx:pt>
          <cx:pt idx="2750">12589</cx:pt>
          <cx:pt idx="2751">12589</cx:pt>
          <cx:pt idx="2752">12589</cx:pt>
          <cx:pt idx="2753">12589</cx:pt>
          <cx:pt idx="2754">12589</cx:pt>
          <cx:pt idx="2755">12589</cx:pt>
          <cx:pt idx="2756">12589</cx:pt>
          <cx:pt idx="2757">12589</cx:pt>
          <cx:pt idx="2758">12589</cx:pt>
          <cx:pt idx="2759">12589</cx:pt>
          <cx:pt idx="2760">12589</cx:pt>
          <cx:pt idx="2761">12589</cx:pt>
          <cx:pt idx="2762">12589</cx:pt>
          <cx:pt idx="2763">12589</cx:pt>
          <cx:pt idx="2764">12589</cx:pt>
          <cx:pt idx="2765">12589</cx:pt>
          <cx:pt idx="2766">12589</cx:pt>
          <cx:pt idx="2767">12589</cx:pt>
          <cx:pt idx="2768">12589</cx:pt>
          <cx:pt idx="2769">12589</cx:pt>
          <cx:pt idx="2770">12589</cx:pt>
          <cx:pt idx="2771">12589</cx:pt>
          <cx:pt idx="2772">12589</cx:pt>
          <cx:pt idx="2773">12589</cx:pt>
          <cx:pt idx="2774">12589</cx:pt>
          <cx:pt idx="2775">12589</cx:pt>
          <cx:pt idx="2776">12589</cx:pt>
          <cx:pt idx="2777">12589</cx:pt>
          <cx:pt idx="2778">12589</cx:pt>
          <cx:pt idx="2779">12589</cx:pt>
          <cx:pt idx="2780">12589</cx:pt>
          <cx:pt idx="2781">12589</cx:pt>
          <cx:pt idx="2782">12589</cx:pt>
          <cx:pt idx="2783">12589</cx:pt>
          <cx:pt idx="2784">12589</cx:pt>
          <cx:pt idx="2785">12589</cx:pt>
          <cx:pt idx="2786">12589</cx:pt>
          <cx:pt idx="2787">12589</cx:pt>
          <cx:pt idx="2788">12589</cx:pt>
          <cx:pt idx="2789">12589</cx:pt>
          <cx:pt idx="2790">12589</cx:pt>
          <cx:pt idx="2791">12589</cx:pt>
          <cx:pt idx="2792">12589</cx:pt>
          <cx:pt idx="2793">12589</cx:pt>
          <cx:pt idx="2794">12589</cx:pt>
          <cx:pt idx="2795">12589</cx:pt>
          <cx:pt idx="2796">12589</cx:pt>
          <cx:pt idx="2797">12589</cx:pt>
          <cx:pt idx="2798">12589</cx:pt>
          <cx:pt idx="2799">12589</cx:pt>
          <cx:pt idx="2800">12589</cx:pt>
          <cx:pt idx="2801">12589</cx:pt>
          <cx:pt idx="2802">12589</cx:pt>
          <cx:pt idx="2803">12589</cx:pt>
          <cx:pt idx="2804">12589</cx:pt>
          <cx:pt idx="2805">12589</cx:pt>
          <cx:pt idx="2806">12589</cx:pt>
          <cx:pt idx="2807">12589</cx:pt>
          <cx:pt idx="2808">12589</cx:pt>
          <cx:pt idx="2809">12589</cx:pt>
          <cx:pt idx="2810">12589</cx:pt>
          <cx:pt idx="2811">12589</cx:pt>
          <cx:pt idx="2812">12589</cx:pt>
          <cx:pt idx="2813">12589</cx:pt>
          <cx:pt idx="2814">12589</cx:pt>
          <cx:pt idx="2815">12589</cx:pt>
          <cx:pt idx="2816">12589</cx:pt>
          <cx:pt idx="2817">12589</cx:pt>
          <cx:pt idx="2818">12589</cx:pt>
          <cx:pt idx="2819">12589</cx:pt>
          <cx:pt idx="2820">12589</cx:pt>
          <cx:pt idx="2821">12589</cx:pt>
          <cx:pt idx="2822">12589</cx:pt>
          <cx:pt idx="2823">12589</cx:pt>
          <cx:pt idx="2824">12589</cx:pt>
          <cx:pt idx="2825">12589</cx:pt>
          <cx:pt idx="2826">12589</cx:pt>
          <cx:pt idx="2827">12589</cx:pt>
          <cx:pt idx="2828">12589</cx:pt>
          <cx:pt idx="2829">12589</cx:pt>
          <cx:pt idx="2830">12589</cx:pt>
          <cx:pt idx="2831">12589</cx:pt>
          <cx:pt idx="2832">12589</cx:pt>
          <cx:pt idx="2833">12589</cx:pt>
          <cx:pt idx="2834">12589</cx:pt>
          <cx:pt idx="2835">12589</cx:pt>
          <cx:pt idx="2836">12589</cx:pt>
          <cx:pt idx="2837">12589</cx:pt>
          <cx:pt idx="2838">12589</cx:pt>
          <cx:pt idx="2839">12589</cx:pt>
          <cx:pt idx="2840">12589</cx:pt>
          <cx:pt idx="2841">12589</cx:pt>
          <cx:pt idx="2842">12589</cx:pt>
          <cx:pt idx="2843">12589</cx:pt>
          <cx:pt idx="2844">12589</cx:pt>
          <cx:pt idx="2845">12589</cx:pt>
          <cx:pt idx="2846">12589</cx:pt>
          <cx:pt idx="2847">12589</cx:pt>
          <cx:pt idx="2848">12589</cx:pt>
          <cx:pt idx="2849">12589</cx:pt>
          <cx:pt idx="2850">12589</cx:pt>
          <cx:pt idx="2851">12589</cx:pt>
          <cx:pt idx="2852">12589</cx:pt>
          <cx:pt idx="2853">12589</cx:pt>
          <cx:pt idx="2854">12589</cx:pt>
          <cx:pt idx="2855">12589</cx:pt>
          <cx:pt idx="2856">12589</cx:pt>
          <cx:pt idx="2857">12589</cx:pt>
          <cx:pt idx="2858">12589</cx:pt>
          <cx:pt idx="2859">12589</cx:pt>
          <cx:pt idx="2860">12589</cx:pt>
          <cx:pt idx="2861">12589</cx:pt>
          <cx:pt idx="2862">12589</cx:pt>
          <cx:pt idx="2863">12589</cx:pt>
          <cx:pt idx="2864">12589</cx:pt>
          <cx:pt idx="2865">12589</cx:pt>
          <cx:pt idx="2866">12589</cx:pt>
          <cx:pt idx="2867">12589</cx:pt>
          <cx:pt idx="2868">12589</cx:pt>
          <cx:pt idx="2869">12589</cx:pt>
          <cx:pt idx="2870">12589</cx:pt>
          <cx:pt idx="2871">12589</cx:pt>
          <cx:pt idx="2872">12589</cx:pt>
          <cx:pt idx="2873">12589</cx:pt>
          <cx:pt idx="2874">12589</cx:pt>
          <cx:pt idx="2875">12589</cx:pt>
          <cx:pt idx="2876">12589</cx:pt>
          <cx:pt idx="2877">12589</cx:pt>
          <cx:pt idx="2878">12589</cx:pt>
          <cx:pt idx="2879">12589</cx:pt>
          <cx:pt idx="2880">12589</cx:pt>
          <cx:pt idx="2881">12589</cx:pt>
          <cx:pt idx="2882">12589</cx:pt>
          <cx:pt idx="2883">12589</cx:pt>
          <cx:pt idx="2884">12589</cx:pt>
          <cx:pt idx="2885">12589</cx:pt>
          <cx:pt idx="2886">12589</cx:pt>
          <cx:pt idx="2887">12589</cx:pt>
          <cx:pt idx="2888">12589</cx:pt>
          <cx:pt idx="2889">12589</cx:pt>
          <cx:pt idx="2890">12589</cx:pt>
          <cx:pt idx="2891">12589</cx:pt>
          <cx:pt idx="2892">12589</cx:pt>
          <cx:pt idx="2893">12589</cx:pt>
          <cx:pt idx="2894">12589</cx:pt>
          <cx:pt idx="2895">12589</cx:pt>
          <cx:pt idx="2896">12589</cx:pt>
          <cx:pt idx="2897">12589</cx:pt>
          <cx:pt idx="2898">12589</cx:pt>
          <cx:pt idx="2899">12589</cx:pt>
          <cx:pt idx="2900">12589</cx:pt>
          <cx:pt idx="2901">12589</cx:pt>
          <cx:pt idx="2902">12589</cx:pt>
          <cx:pt idx="2903">12589</cx:pt>
          <cx:pt idx="2904">12589</cx:pt>
          <cx:pt idx="2905">12589</cx:pt>
          <cx:pt idx="2906">12589</cx:pt>
          <cx:pt idx="2907">12589</cx:pt>
          <cx:pt idx="2908">12589</cx:pt>
          <cx:pt idx="2909">12589</cx:pt>
          <cx:pt idx="2910">12589</cx:pt>
          <cx:pt idx="2911">12589</cx:pt>
          <cx:pt idx="2912">12589</cx:pt>
          <cx:pt idx="2913">12589</cx:pt>
          <cx:pt idx="2914">12589</cx:pt>
          <cx:pt idx="2915">12589</cx:pt>
          <cx:pt idx="2916">12589</cx:pt>
          <cx:pt idx="2917">12589</cx:pt>
          <cx:pt idx="2918">12589</cx:pt>
          <cx:pt idx="2919">12589</cx:pt>
          <cx:pt idx="2920">12589</cx:pt>
          <cx:pt idx="2921">12589</cx:pt>
          <cx:pt idx="2922">12589</cx:pt>
          <cx:pt idx="2923">12589</cx:pt>
          <cx:pt idx="2924">12589</cx:pt>
          <cx:pt idx="2925">12589</cx:pt>
          <cx:pt idx="2926">12589</cx:pt>
          <cx:pt idx="2927">12589</cx:pt>
          <cx:pt idx="2928">12589</cx:pt>
          <cx:pt idx="2929">12589</cx:pt>
          <cx:pt idx="2930">12589</cx:pt>
          <cx:pt idx="2931">12589</cx:pt>
          <cx:pt idx="2932">12589</cx:pt>
          <cx:pt idx="2933">12589</cx:pt>
          <cx:pt idx="2934">12589</cx:pt>
          <cx:pt idx="2935">12589</cx:pt>
          <cx:pt idx="2936">12589</cx:pt>
          <cx:pt idx="2937">12589</cx:pt>
          <cx:pt idx="2938">12589</cx:pt>
          <cx:pt idx="2939">12589</cx:pt>
          <cx:pt idx="2940">12589</cx:pt>
          <cx:pt idx="2941">12589</cx:pt>
          <cx:pt idx="2942">12589</cx:pt>
          <cx:pt idx="2943">12589</cx:pt>
          <cx:pt idx="2944">12589</cx:pt>
          <cx:pt idx="2945">12589</cx:pt>
          <cx:pt idx="2946">12589</cx:pt>
          <cx:pt idx="2947">12589</cx:pt>
          <cx:pt idx="2948">12589</cx:pt>
          <cx:pt idx="2949">12589</cx:pt>
          <cx:pt idx="2950">12589</cx:pt>
          <cx:pt idx="2951">12589</cx:pt>
          <cx:pt idx="2952">12589</cx:pt>
          <cx:pt idx="2953">12589</cx:pt>
          <cx:pt idx="2954">12589</cx:pt>
          <cx:pt idx="2955">12589</cx:pt>
          <cx:pt idx="2956">12589</cx:pt>
          <cx:pt idx="2957">12589</cx:pt>
          <cx:pt idx="2958">12589</cx:pt>
          <cx:pt idx="2959">12589</cx:pt>
          <cx:pt idx="2960">12589</cx:pt>
          <cx:pt idx="2961">12589</cx:pt>
          <cx:pt idx="2962">12589</cx:pt>
          <cx:pt idx="2963">12589</cx:pt>
          <cx:pt idx="2964">12589</cx:pt>
          <cx:pt idx="2965">12589</cx:pt>
          <cx:pt idx="2966">12589</cx:pt>
          <cx:pt idx="2967">12589</cx:pt>
          <cx:pt idx="2968">12589</cx:pt>
          <cx:pt idx="2969">12589</cx:pt>
          <cx:pt idx="2970">12589</cx:pt>
          <cx:pt idx="2971">12589</cx:pt>
          <cx:pt idx="2972">12589</cx:pt>
          <cx:pt idx="2973">12589</cx:pt>
          <cx:pt idx="2974">12589</cx:pt>
          <cx:pt idx="2975">12589</cx:pt>
          <cx:pt idx="2976">12589</cx:pt>
          <cx:pt idx="2977">12589</cx:pt>
          <cx:pt idx="2978">12589</cx:pt>
          <cx:pt idx="2979">12589</cx:pt>
          <cx:pt idx="2980">12589</cx:pt>
          <cx:pt idx="2981">12589</cx:pt>
          <cx:pt idx="2982">12589</cx:pt>
          <cx:pt idx="2983">12589</cx:pt>
          <cx:pt idx="2984">12589</cx:pt>
          <cx:pt idx="2985">12589</cx:pt>
          <cx:pt idx="2986">12589</cx:pt>
          <cx:pt idx="2987">12589</cx:pt>
          <cx:pt idx="2988">12589</cx:pt>
          <cx:pt idx="2989">12589</cx:pt>
          <cx:pt idx="2990">12589</cx:pt>
          <cx:pt idx="2991">12589</cx:pt>
          <cx:pt idx="2992">12589</cx:pt>
          <cx:pt idx="2993">12589</cx:pt>
          <cx:pt idx="2994">12589</cx:pt>
          <cx:pt idx="2995">12589</cx:pt>
          <cx:pt idx="2996">12589</cx:pt>
          <cx:pt idx="2997">12589</cx:pt>
          <cx:pt idx="2998">12589</cx:pt>
          <cx:pt idx="2999">12589</cx:pt>
          <cx:pt idx="3000">12589</cx:pt>
          <cx:pt idx="3001">12589</cx:pt>
          <cx:pt idx="3002">12589</cx:pt>
          <cx:pt idx="3003">12589</cx:pt>
          <cx:pt idx="3004">12589</cx:pt>
          <cx:pt idx="3005">12589</cx:pt>
          <cx:pt idx="3006">12589</cx:pt>
          <cx:pt idx="3007">12589</cx:pt>
          <cx:pt idx="3008">12589</cx:pt>
          <cx:pt idx="3009">12589</cx:pt>
          <cx:pt idx="3010">12589</cx:pt>
          <cx:pt idx="3011">12589</cx:pt>
          <cx:pt idx="3012">12589</cx:pt>
          <cx:pt idx="3013">12589</cx:pt>
          <cx:pt idx="3014">12589</cx:pt>
          <cx:pt idx="3015">12589</cx:pt>
          <cx:pt idx="3016">12589</cx:pt>
          <cx:pt idx="3017">12589</cx:pt>
          <cx:pt idx="3018">12589</cx:pt>
          <cx:pt idx="3019">12589</cx:pt>
          <cx:pt idx="3020">12589</cx:pt>
          <cx:pt idx="3021">12589</cx:pt>
          <cx:pt idx="3022">12589</cx:pt>
          <cx:pt idx="3023">12589</cx:pt>
          <cx:pt idx="3024">12589</cx:pt>
          <cx:pt idx="3025">12589</cx:pt>
          <cx:pt idx="3026">12589</cx:pt>
          <cx:pt idx="3027">12589</cx:pt>
          <cx:pt idx="3028">12589</cx:pt>
          <cx:pt idx="3029">12589</cx:pt>
          <cx:pt idx="3030">12589</cx:pt>
          <cx:pt idx="3031">13125</cx:pt>
          <cx:pt idx="3032">13125</cx:pt>
          <cx:pt idx="3033">13125</cx:pt>
          <cx:pt idx="3034">13125</cx:pt>
          <cx:pt idx="3035">13125</cx:pt>
          <cx:pt idx="3036">13125</cx:pt>
          <cx:pt idx="3037">13125</cx:pt>
          <cx:pt idx="3038">13125</cx:pt>
          <cx:pt idx="3039">13125</cx:pt>
          <cx:pt idx="3040">13125</cx:pt>
          <cx:pt idx="3041">13125</cx:pt>
          <cx:pt idx="3042">13125</cx:pt>
          <cx:pt idx="3043">13125</cx:pt>
          <cx:pt idx="3044">13125</cx:pt>
          <cx:pt idx="3045">13125</cx:pt>
          <cx:pt idx="3046">13125</cx:pt>
          <cx:pt idx="3047">13125</cx:pt>
          <cx:pt idx="3048">13125</cx:pt>
          <cx:pt idx="3049">13125</cx:pt>
          <cx:pt idx="3050">13125</cx:pt>
          <cx:pt idx="3051">13125</cx:pt>
          <cx:pt idx="3052">13125</cx:pt>
          <cx:pt idx="3053">13125</cx:pt>
          <cx:pt idx="3054">13125</cx:pt>
          <cx:pt idx="3055">13125</cx:pt>
          <cx:pt idx="3056">13125</cx:pt>
          <cx:pt idx="3057">13125</cx:pt>
          <cx:pt idx="3058">13125</cx:pt>
          <cx:pt idx="3059">13125</cx:pt>
          <cx:pt idx="3060">13125</cx:pt>
          <cx:pt idx="3061">13125</cx:pt>
          <cx:pt idx="3062">13125</cx:pt>
          <cx:pt idx="3063">13125</cx:pt>
          <cx:pt idx="3064">13125</cx:pt>
          <cx:pt idx="3065">13125</cx:pt>
          <cx:pt idx="3066">13125</cx:pt>
          <cx:pt idx="3067">13125</cx:pt>
          <cx:pt idx="3068">13125</cx:pt>
          <cx:pt idx="3069">13125</cx:pt>
          <cx:pt idx="3070">13125</cx:pt>
          <cx:pt idx="3071">13125</cx:pt>
          <cx:pt idx="3072">13125</cx:pt>
          <cx:pt idx="3073">13125</cx:pt>
          <cx:pt idx="3074">13125</cx:pt>
          <cx:pt idx="3075">13125</cx:pt>
          <cx:pt idx="3076">13125</cx:pt>
          <cx:pt idx="3077">13125</cx:pt>
          <cx:pt idx="3078">13125</cx:pt>
          <cx:pt idx="3079">13125</cx:pt>
          <cx:pt idx="3080">13125</cx:pt>
          <cx:pt idx="3081">13125</cx:pt>
          <cx:pt idx="3082">13125</cx:pt>
          <cx:pt idx="3083">13125</cx:pt>
          <cx:pt idx="3084">13125</cx:pt>
          <cx:pt idx="3085">13125</cx:pt>
          <cx:pt idx="3086">13125</cx:pt>
          <cx:pt idx="3087">13125</cx:pt>
          <cx:pt idx="3088">13125</cx:pt>
          <cx:pt idx="3089">13125</cx:pt>
          <cx:pt idx="3090">13125</cx:pt>
          <cx:pt idx="3091">13125</cx:pt>
          <cx:pt idx="3092">13125</cx:pt>
          <cx:pt idx="3093">13125</cx:pt>
          <cx:pt idx="3094">13125</cx:pt>
          <cx:pt idx="3095">13125</cx:pt>
          <cx:pt idx="3096">13125</cx:pt>
          <cx:pt idx="3097">13125</cx:pt>
          <cx:pt idx="3098">13125</cx:pt>
          <cx:pt idx="3099">13125</cx:pt>
          <cx:pt idx="3100">13125</cx:pt>
          <cx:pt idx="3101">13125</cx:pt>
          <cx:pt idx="3102">13125</cx:pt>
          <cx:pt idx="3103">13125</cx:pt>
          <cx:pt idx="3104">13125</cx:pt>
          <cx:pt idx="3105">13125</cx:pt>
          <cx:pt idx="3106">13125</cx:pt>
          <cx:pt idx="3107">13125</cx:pt>
          <cx:pt idx="3108">13125</cx:pt>
          <cx:pt idx="3109">13125</cx:pt>
          <cx:pt idx="3110">13125</cx:pt>
          <cx:pt idx="3111">13125</cx:pt>
          <cx:pt idx="3112">13125</cx:pt>
          <cx:pt idx="3113">13125</cx:pt>
          <cx:pt idx="3114">13125</cx:pt>
          <cx:pt idx="3115">13125</cx:pt>
          <cx:pt idx="3116">13125</cx:pt>
          <cx:pt idx="3117">13125</cx:pt>
          <cx:pt idx="3118">13125</cx:pt>
          <cx:pt idx="3119">13125</cx:pt>
          <cx:pt idx="3120">13125</cx:pt>
          <cx:pt idx="3121">13125</cx:pt>
          <cx:pt idx="3122">13125</cx:pt>
          <cx:pt idx="3123">13125</cx:pt>
          <cx:pt idx="3124">13125</cx:pt>
          <cx:pt idx="3125">13125</cx:pt>
          <cx:pt idx="3126">13125</cx:pt>
          <cx:pt idx="3127">13125</cx:pt>
          <cx:pt idx="3128">13125</cx:pt>
          <cx:pt idx="3129">13125</cx:pt>
          <cx:pt idx="3130">13125</cx:pt>
          <cx:pt idx="3131">13125</cx:pt>
          <cx:pt idx="3132">13125</cx:pt>
          <cx:pt idx="3133">13125</cx:pt>
          <cx:pt idx="3134">13125</cx:pt>
          <cx:pt idx="3135">13125</cx:pt>
          <cx:pt idx="3136">13125</cx:pt>
          <cx:pt idx="3137">13125</cx:pt>
          <cx:pt idx="3138">13125</cx:pt>
          <cx:pt idx="3139">13125</cx:pt>
          <cx:pt idx="3140">13125</cx:pt>
          <cx:pt idx="3141">13125</cx:pt>
          <cx:pt idx="3142">13125</cx:pt>
          <cx:pt idx="3143">13125</cx:pt>
          <cx:pt idx="3144">13125</cx:pt>
          <cx:pt idx="3145">13125</cx:pt>
          <cx:pt idx="3146">13125</cx:pt>
          <cx:pt idx="3147">13125</cx:pt>
          <cx:pt idx="3148">13125</cx:pt>
          <cx:pt idx="3149">13125</cx:pt>
          <cx:pt idx="3150">13125</cx:pt>
          <cx:pt idx="3151">13125</cx:pt>
          <cx:pt idx="3152">13125</cx:pt>
          <cx:pt idx="3153">13125</cx:pt>
          <cx:pt idx="3154">13125</cx:pt>
          <cx:pt idx="3155">13125</cx:pt>
          <cx:pt idx="3156">13125</cx:pt>
          <cx:pt idx="3157">13125</cx:pt>
          <cx:pt idx="3158">13125</cx:pt>
          <cx:pt idx="3159">13125</cx:pt>
          <cx:pt idx="3160">13125</cx:pt>
          <cx:pt idx="3161">13125</cx:pt>
          <cx:pt idx="3162">13125</cx:pt>
          <cx:pt idx="3163">13125</cx:pt>
          <cx:pt idx="3164">13125</cx:pt>
          <cx:pt idx="3165">13125</cx:pt>
          <cx:pt idx="3166">13125</cx:pt>
          <cx:pt idx="3167">13125</cx:pt>
          <cx:pt idx="3168">13125</cx:pt>
          <cx:pt idx="3169">13125</cx:pt>
          <cx:pt idx="3170">13125</cx:pt>
          <cx:pt idx="3171">13125</cx:pt>
          <cx:pt idx="3172">13125</cx:pt>
          <cx:pt idx="3173">13125</cx:pt>
          <cx:pt idx="3174">13125</cx:pt>
          <cx:pt idx="3175">13125</cx:pt>
          <cx:pt idx="3176">13125</cx:pt>
          <cx:pt idx="3177">13125</cx:pt>
          <cx:pt idx="3178">13125</cx:pt>
          <cx:pt idx="3179">13125</cx:pt>
          <cx:pt idx="3180">13125</cx:pt>
          <cx:pt idx="3181">13125</cx:pt>
          <cx:pt idx="3182">13125</cx:pt>
          <cx:pt idx="3183">13125</cx:pt>
          <cx:pt idx="3184">13125</cx:pt>
          <cx:pt idx="3185">13125</cx:pt>
          <cx:pt idx="3186">13125</cx:pt>
          <cx:pt idx="3187">13125</cx:pt>
          <cx:pt idx="3188">13125</cx:pt>
          <cx:pt idx="3189">13125</cx:pt>
          <cx:pt idx="3190">13125</cx:pt>
          <cx:pt idx="3191">13125</cx:pt>
          <cx:pt idx="3192">13125</cx:pt>
          <cx:pt idx="3193">13125</cx:pt>
          <cx:pt idx="3194">13125</cx:pt>
          <cx:pt idx="3195">13125</cx:pt>
          <cx:pt idx="3196">13125</cx:pt>
          <cx:pt idx="3197">13125</cx:pt>
          <cx:pt idx="3198">13125</cx:pt>
          <cx:pt idx="3199">13125</cx:pt>
          <cx:pt idx="3200">13125</cx:pt>
          <cx:pt idx="3201">13125</cx:pt>
          <cx:pt idx="3202">13125</cx:pt>
          <cx:pt idx="3203">13125</cx:pt>
          <cx:pt idx="3204">13125</cx:pt>
          <cx:pt idx="3205">13125</cx:pt>
          <cx:pt idx="3206">13125</cx:pt>
          <cx:pt idx="3207">13125</cx:pt>
          <cx:pt idx="3208">13125</cx:pt>
          <cx:pt idx="3209">13125</cx:pt>
          <cx:pt idx="3210">13125</cx:pt>
          <cx:pt idx="3211">13125</cx:pt>
          <cx:pt idx="3212">13125</cx:pt>
          <cx:pt idx="3213">13125</cx:pt>
          <cx:pt idx="3214">13125</cx:pt>
          <cx:pt idx="3215">13125</cx:pt>
          <cx:pt idx="3216">13125</cx:pt>
          <cx:pt idx="3217">13125</cx:pt>
          <cx:pt idx="3218">13125</cx:pt>
          <cx:pt idx="3219">13125</cx:pt>
          <cx:pt idx="3220">13125</cx:pt>
          <cx:pt idx="3221">13125</cx:pt>
          <cx:pt idx="3222">13125</cx:pt>
          <cx:pt idx="3223">13125</cx:pt>
          <cx:pt idx="3224">13125</cx:pt>
          <cx:pt idx="3225">13125</cx:pt>
          <cx:pt idx="3226">13125</cx:pt>
          <cx:pt idx="3227">13125</cx:pt>
          <cx:pt idx="3228">13125</cx:pt>
          <cx:pt idx="3229">13125</cx:pt>
          <cx:pt idx="3230">13125</cx:pt>
          <cx:pt idx="3231">13125</cx:pt>
          <cx:pt idx="3232">13125</cx:pt>
          <cx:pt idx="3233">13125</cx:pt>
          <cx:pt idx="3234">13125</cx:pt>
          <cx:pt idx="3235">13125</cx:pt>
          <cx:pt idx="3236">13125</cx:pt>
          <cx:pt idx="3237">13125</cx:pt>
          <cx:pt idx="3238">13125</cx:pt>
          <cx:pt idx="3239">13125</cx:pt>
          <cx:pt idx="3240">13125</cx:pt>
          <cx:pt idx="3241">13125</cx:pt>
          <cx:pt idx="3242">13125</cx:pt>
          <cx:pt idx="3243">13125</cx:pt>
          <cx:pt idx="3244">13125</cx:pt>
          <cx:pt idx="3245">13125</cx:pt>
          <cx:pt idx="3246">13125</cx:pt>
          <cx:pt idx="3247">13125</cx:pt>
          <cx:pt idx="3248">13125</cx:pt>
          <cx:pt idx="3249">13125</cx:pt>
          <cx:pt idx="3250">13125</cx:pt>
          <cx:pt idx="3251">13125</cx:pt>
          <cx:pt idx="3252">13125</cx:pt>
          <cx:pt idx="3253">13125</cx:pt>
          <cx:pt idx="3254">13125</cx:pt>
          <cx:pt idx="3255">13125</cx:pt>
          <cx:pt idx="3256">13125</cx:pt>
          <cx:pt idx="3257">13125</cx:pt>
          <cx:pt idx="3258">13125</cx:pt>
          <cx:pt idx="3259">13125</cx:pt>
          <cx:pt idx="3260">13125</cx:pt>
          <cx:pt idx="3261">13125</cx:pt>
          <cx:pt idx="3262">13125</cx:pt>
          <cx:pt idx="3263">13125</cx:pt>
          <cx:pt idx="3264">13125</cx:pt>
          <cx:pt idx="3265">13125</cx:pt>
          <cx:pt idx="3266">13125</cx:pt>
          <cx:pt idx="3267">13125</cx:pt>
          <cx:pt idx="3268">13125</cx:pt>
          <cx:pt idx="3269">13125</cx:pt>
          <cx:pt idx="3270">13125</cx:pt>
          <cx:pt idx="3271">13125</cx:pt>
          <cx:pt idx="3272">13125</cx:pt>
          <cx:pt idx="3273">13125</cx:pt>
          <cx:pt idx="3274">13125</cx:pt>
          <cx:pt idx="3275">13125</cx:pt>
          <cx:pt idx="3276">13125</cx:pt>
          <cx:pt idx="3277">13125</cx:pt>
          <cx:pt idx="3278">13125</cx:pt>
          <cx:pt idx="3279">13125</cx:pt>
          <cx:pt idx="3280">13125</cx:pt>
          <cx:pt idx="3281">13125</cx:pt>
          <cx:pt idx="3282">13125</cx:pt>
          <cx:pt idx="3283">13125</cx:pt>
          <cx:pt idx="3284">13125</cx:pt>
          <cx:pt idx="3285">13125</cx:pt>
          <cx:pt idx="3286">13125</cx:pt>
          <cx:pt idx="3287">13125</cx:pt>
          <cx:pt idx="3288">13125</cx:pt>
          <cx:pt idx="3289">13125</cx:pt>
          <cx:pt idx="3290">13125</cx:pt>
          <cx:pt idx="3291">13125</cx:pt>
          <cx:pt idx="3292">13125</cx:pt>
          <cx:pt idx="3293">13125</cx:pt>
          <cx:pt idx="3294">13125</cx:pt>
          <cx:pt idx="3295">13125</cx:pt>
          <cx:pt idx="3296">13125</cx:pt>
          <cx:pt idx="3297">13125</cx:pt>
          <cx:pt idx="3298">13125</cx:pt>
          <cx:pt idx="3299">13125</cx:pt>
          <cx:pt idx="3300">13125</cx:pt>
          <cx:pt idx="3301">13125</cx:pt>
          <cx:pt idx="3302">13125</cx:pt>
          <cx:pt idx="3303">13125</cx:pt>
          <cx:pt idx="3304">13125</cx:pt>
          <cx:pt idx="3305">13125</cx:pt>
          <cx:pt idx="3306">13125</cx:pt>
          <cx:pt idx="3307">13125</cx:pt>
          <cx:pt idx="3308">13125</cx:pt>
          <cx:pt idx="3309">13125</cx:pt>
          <cx:pt idx="3310">13125</cx:pt>
          <cx:pt idx="3311">13125</cx:pt>
          <cx:pt idx="3312">13125</cx:pt>
          <cx:pt idx="3313">13125</cx:pt>
          <cx:pt idx="3314">13125</cx:pt>
          <cx:pt idx="3315">13125</cx:pt>
          <cx:pt idx="3316">13125</cx:pt>
          <cx:pt idx="3317">13125</cx:pt>
          <cx:pt idx="3318">13125</cx:pt>
          <cx:pt idx="3319">13125</cx:pt>
          <cx:pt idx="3320">13125</cx:pt>
          <cx:pt idx="3321">13125</cx:pt>
          <cx:pt idx="3322">13125</cx:pt>
          <cx:pt idx="3323">13125</cx:pt>
          <cx:pt idx="3324">13125</cx:pt>
          <cx:pt idx="3325">13125</cx:pt>
          <cx:pt idx="3326">13125</cx:pt>
          <cx:pt idx="3327">13125</cx:pt>
          <cx:pt idx="3328">13125</cx:pt>
          <cx:pt idx="3329">13125</cx:pt>
          <cx:pt idx="3330">13125</cx:pt>
          <cx:pt idx="3331">13125</cx:pt>
          <cx:pt idx="3332">13125</cx:pt>
          <cx:pt idx="3333">13125</cx:pt>
          <cx:pt idx="3334">13125</cx:pt>
          <cx:pt idx="3335">13125</cx:pt>
          <cx:pt idx="3336">13125</cx:pt>
          <cx:pt idx="3337">13125</cx:pt>
          <cx:pt idx="3338">13661</cx:pt>
          <cx:pt idx="3339">13661</cx:pt>
          <cx:pt idx="3340">13661</cx:pt>
          <cx:pt idx="3341">13661</cx:pt>
          <cx:pt idx="3342">13661</cx:pt>
          <cx:pt idx="3343">13661</cx:pt>
          <cx:pt idx="3344">13661</cx:pt>
          <cx:pt idx="3345">13661</cx:pt>
          <cx:pt idx="3346">13661</cx:pt>
          <cx:pt idx="3347">13661</cx:pt>
          <cx:pt idx="3348">13661</cx:pt>
          <cx:pt idx="3349">13661</cx:pt>
          <cx:pt idx="3350">13661</cx:pt>
          <cx:pt idx="3351">13661</cx:pt>
          <cx:pt idx="3352">13661</cx:pt>
          <cx:pt idx="3353">13661</cx:pt>
          <cx:pt idx="3354">13661</cx:pt>
          <cx:pt idx="3355">13661</cx:pt>
          <cx:pt idx="3356">13661</cx:pt>
          <cx:pt idx="3357">13661</cx:pt>
          <cx:pt idx="3358">13661</cx:pt>
          <cx:pt idx="3359">13661</cx:pt>
          <cx:pt idx="3360">13661</cx:pt>
          <cx:pt idx="3361">13661</cx:pt>
          <cx:pt idx="3362">13661</cx:pt>
          <cx:pt idx="3363">13661</cx:pt>
          <cx:pt idx="3364">13661</cx:pt>
          <cx:pt idx="3365">13661</cx:pt>
          <cx:pt idx="3366">13661</cx:pt>
          <cx:pt idx="3367">13661</cx:pt>
          <cx:pt idx="3368">13661</cx:pt>
          <cx:pt idx="3369">13661</cx:pt>
          <cx:pt idx="3370">13661</cx:pt>
          <cx:pt idx="3371">13661</cx:pt>
          <cx:pt idx="3372">13661</cx:pt>
          <cx:pt idx="3373">13661</cx:pt>
          <cx:pt idx="3374">13661</cx:pt>
          <cx:pt idx="3375">13661</cx:pt>
          <cx:pt idx="3376">13661</cx:pt>
          <cx:pt idx="3377">13661</cx:pt>
          <cx:pt idx="3378">13661</cx:pt>
          <cx:pt idx="3379">13661</cx:pt>
          <cx:pt idx="3380">13661</cx:pt>
          <cx:pt idx="3381">13661</cx:pt>
          <cx:pt idx="3382">13661</cx:pt>
          <cx:pt idx="3383">13661</cx:pt>
          <cx:pt idx="3384">13661</cx:pt>
          <cx:pt idx="3385">13661</cx:pt>
          <cx:pt idx="3386">13661</cx:pt>
          <cx:pt idx="3387">13661</cx:pt>
          <cx:pt idx="3388">13661</cx:pt>
          <cx:pt idx="3389">13661</cx:pt>
          <cx:pt idx="3390">13661</cx:pt>
          <cx:pt idx="3391">13661</cx:pt>
          <cx:pt idx="3392">13661</cx:pt>
          <cx:pt idx="3393">13661</cx:pt>
          <cx:pt idx="3394">13661</cx:pt>
          <cx:pt idx="3395">13661</cx:pt>
          <cx:pt idx="3396">13661</cx:pt>
          <cx:pt idx="3397">13661</cx:pt>
          <cx:pt idx="3398">13661</cx:pt>
          <cx:pt idx="3399">13661</cx:pt>
          <cx:pt idx="3400">13661</cx:pt>
          <cx:pt idx="3401">13661</cx:pt>
          <cx:pt idx="3402">13661</cx:pt>
          <cx:pt idx="3403">13661</cx:pt>
          <cx:pt idx="3404">13661</cx:pt>
          <cx:pt idx="3405">13661</cx:pt>
          <cx:pt idx="3406">13661</cx:pt>
          <cx:pt idx="3407">13661</cx:pt>
          <cx:pt idx="3408">13661</cx:pt>
          <cx:pt idx="3409">13661</cx:pt>
          <cx:pt idx="3410">13661</cx:pt>
          <cx:pt idx="3411">13661</cx:pt>
          <cx:pt idx="3412">13661</cx:pt>
          <cx:pt idx="3413">13661</cx:pt>
          <cx:pt idx="3414">13661</cx:pt>
          <cx:pt idx="3415">13661</cx:pt>
          <cx:pt idx="3416">13661</cx:pt>
          <cx:pt idx="3417">13661</cx:pt>
          <cx:pt idx="3418">13661</cx:pt>
          <cx:pt idx="3419">13661</cx:pt>
          <cx:pt idx="3420">13661</cx:pt>
          <cx:pt idx="3421">13661</cx:pt>
          <cx:pt idx="3422">13661</cx:pt>
          <cx:pt idx="3423">13661</cx:pt>
          <cx:pt idx="3424">13661</cx:pt>
          <cx:pt idx="3425">13661</cx:pt>
          <cx:pt idx="3426">13661</cx:pt>
          <cx:pt idx="3427">13661</cx:pt>
          <cx:pt idx="3428">13661</cx:pt>
          <cx:pt idx="3429">13661</cx:pt>
          <cx:pt idx="3430">13661</cx:pt>
          <cx:pt idx="3431">13661</cx:pt>
          <cx:pt idx="3432">13661</cx:pt>
          <cx:pt idx="3433">13661</cx:pt>
          <cx:pt idx="3434">13661</cx:pt>
          <cx:pt idx="3435">13661</cx:pt>
          <cx:pt idx="3436">13661</cx:pt>
          <cx:pt idx="3437">13661</cx:pt>
          <cx:pt idx="3438">13661</cx:pt>
          <cx:pt idx="3439">13661</cx:pt>
          <cx:pt idx="3440">13661</cx:pt>
          <cx:pt idx="3441">13661</cx:pt>
          <cx:pt idx="3442">13661</cx:pt>
          <cx:pt idx="3443">13661</cx:pt>
          <cx:pt idx="3444">13661</cx:pt>
          <cx:pt idx="3445">13661</cx:pt>
          <cx:pt idx="3446">13661</cx:pt>
          <cx:pt idx="3447">13661</cx:pt>
          <cx:pt idx="3448">13661</cx:pt>
          <cx:pt idx="3449">13661</cx:pt>
          <cx:pt idx="3450">13661</cx:pt>
          <cx:pt idx="3451">13661</cx:pt>
          <cx:pt idx="3452">13661</cx:pt>
          <cx:pt idx="3453">13661</cx:pt>
          <cx:pt idx="3454">13661</cx:pt>
          <cx:pt idx="3455">13661</cx:pt>
          <cx:pt idx="3456">13661</cx:pt>
          <cx:pt idx="3457">13661</cx:pt>
          <cx:pt idx="3458">13661</cx:pt>
          <cx:pt idx="3459">13661</cx:pt>
          <cx:pt idx="3460">13661</cx:pt>
          <cx:pt idx="3461">13661</cx:pt>
          <cx:pt idx="3462">13661</cx:pt>
          <cx:pt idx="3463">13661</cx:pt>
          <cx:pt idx="3464">13661</cx:pt>
          <cx:pt idx="3465">13661</cx:pt>
          <cx:pt idx="3466">13661</cx:pt>
          <cx:pt idx="3467">13661</cx:pt>
          <cx:pt idx="3468">13661</cx:pt>
          <cx:pt idx="3469">13661</cx:pt>
          <cx:pt idx="3470">13661</cx:pt>
          <cx:pt idx="3471">13661</cx:pt>
          <cx:pt idx="3472">13661</cx:pt>
          <cx:pt idx="3473">13661</cx:pt>
          <cx:pt idx="3474">13661</cx:pt>
          <cx:pt idx="3475">13661</cx:pt>
          <cx:pt idx="3476">13661</cx:pt>
          <cx:pt idx="3477">13661</cx:pt>
          <cx:pt idx="3478">13661</cx:pt>
          <cx:pt idx="3479">13661</cx:pt>
          <cx:pt idx="3480">13661</cx:pt>
          <cx:pt idx="3481">13661</cx:pt>
          <cx:pt idx="3482">13661</cx:pt>
          <cx:pt idx="3483">13661</cx:pt>
          <cx:pt idx="3484">13661</cx:pt>
          <cx:pt idx="3485">13661</cx:pt>
          <cx:pt idx="3486">13661</cx:pt>
          <cx:pt idx="3487">13661</cx:pt>
          <cx:pt idx="3488">13661</cx:pt>
          <cx:pt idx="3489">13661</cx:pt>
          <cx:pt idx="3490">13661</cx:pt>
          <cx:pt idx="3491">13661</cx:pt>
          <cx:pt idx="3492">13661</cx:pt>
          <cx:pt idx="3493">13661</cx:pt>
          <cx:pt idx="3494">13661</cx:pt>
          <cx:pt idx="3495">13661</cx:pt>
          <cx:pt idx="3496">13661</cx:pt>
          <cx:pt idx="3497">13661</cx:pt>
          <cx:pt idx="3498">13661</cx:pt>
          <cx:pt idx="3499">13661</cx:pt>
          <cx:pt idx="3500">13661</cx:pt>
          <cx:pt idx="3501">13661</cx:pt>
          <cx:pt idx="3502">13661</cx:pt>
          <cx:pt idx="3503">13661</cx:pt>
          <cx:pt idx="3504">13661</cx:pt>
          <cx:pt idx="3505">13661</cx:pt>
          <cx:pt idx="3506">13661</cx:pt>
          <cx:pt idx="3507">13661</cx:pt>
          <cx:pt idx="3508">13661</cx:pt>
          <cx:pt idx="3509">13661</cx:pt>
          <cx:pt idx="3510">13661</cx:pt>
          <cx:pt idx="3511">13661</cx:pt>
          <cx:pt idx="3512">13661</cx:pt>
          <cx:pt idx="3513">13661</cx:pt>
          <cx:pt idx="3514">13661</cx:pt>
          <cx:pt idx="3515">13661</cx:pt>
          <cx:pt idx="3516">13661</cx:pt>
          <cx:pt idx="3517">13661</cx:pt>
          <cx:pt idx="3518">13661</cx:pt>
          <cx:pt idx="3519">13661</cx:pt>
          <cx:pt idx="3520">13661</cx:pt>
          <cx:pt idx="3521">13661</cx:pt>
          <cx:pt idx="3522">13661</cx:pt>
          <cx:pt idx="3523">13661</cx:pt>
          <cx:pt idx="3524">13661</cx:pt>
          <cx:pt idx="3525">13661</cx:pt>
          <cx:pt idx="3526">13661</cx:pt>
          <cx:pt idx="3527">13661</cx:pt>
          <cx:pt idx="3528">13661</cx:pt>
          <cx:pt idx="3529">13661</cx:pt>
          <cx:pt idx="3530">13661</cx:pt>
          <cx:pt idx="3531">13661</cx:pt>
          <cx:pt idx="3532">13661</cx:pt>
          <cx:pt idx="3533">13661</cx:pt>
          <cx:pt idx="3534">13661</cx:pt>
          <cx:pt idx="3535">13661</cx:pt>
          <cx:pt idx="3536">13661</cx:pt>
          <cx:pt idx="3537">13661</cx:pt>
          <cx:pt idx="3538">13661</cx:pt>
          <cx:pt idx="3539">13661</cx:pt>
          <cx:pt idx="3540">13661</cx:pt>
          <cx:pt idx="3541">13661</cx:pt>
          <cx:pt idx="3542">13661</cx:pt>
          <cx:pt idx="3543">13661</cx:pt>
          <cx:pt idx="3544">13661</cx:pt>
          <cx:pt idx="3545">13661</cx:pt>
          <cx:pt idx="3546">13661</cx:pt>
          <cx:pt idx="3547">13661</cx:pt>
          <cx:pt idx="3548">13661</cx:pt>
          <cx:pt idx="3549">13661</cx:pt>
          <cx:pt idx="3550">13661</cx:pt>
          <cx:pt idx="3551">13661</cx:pt>
          <cx:pt idx="3552">13661</cx:pt>
          <cx:pt idx="3553">13661</cx:pt>
          <cx:pt idx="3554">13661</cx:pt>
          <cx:pt idx="3555">13661</cx:pt>
          <cx:pt idx="3556">13661</cx:pt>
          <cx:pt idx="3557">13661</cx:pt>
          <cx:pt idx="3558">13661</cx:pt>
          <cx:pt idx="3559">13661</cx:pt>
          <cx:pt idx="3560">13661</cx:pt>
          <cx:pt idx="3561">13661</cx:pt>
          <cx:pt idx="3562">13661</cx:pt>
          <cx:pt idx="3563">13661</cx:pt>
          <cx:pt idx="3564">13661</cx:pt>
          <cx:pt idx="3565">13661</cx:pt>
          <cx:pt idx="3566">13661</cx:pt>
          <cx:pt idx="3567">13661</cx:pt>
          <cx:pt idx="3568">13661</cx:pt>
          <cx:pt idx="3569">13661</cx:pt>
          <cx:pt idx="3570">13661</cx:pt>
          <cx:pt idx="3571">13661</cx:pt>
          <cx:pt idx="3572">13661</cx:pt>
          <cx:pt idx="3573">13661</cx:pt>
          <cx:pt idx="3574">13661</cx:pt>
          <cx:pt idx="3575">13661</cx:pt>
          <cx:pt idx="3576">13661</cx:pt>
          <cx:pt idx="3577">13661</cx:pt>
          <cx:pt idx="3578">13661</cx:pt>
          <cx:pt idx="3579">13661</cx:pt>
          <cx:pt idx="3580">13661</cx:pt>
          <cx:pt idx="3581">13661</cx:pt>
          <cx:pt idx="3582">13661</cx:pt>
          <cx:pt idx="3583">13661</cx:pt>
          <cx:pt idx="3584">13661</cx:pt>
          <cx:pt idx="3585">13661</cx:pt>
          <cx:pt idx="3586">13661</cx:pt>
          <cx:pt idx="3587">13661</cx:pt>
          <cx:pt idx="3588">13661</cx:pt>
          <cx:pt idx="3589">13661</cx:pt>
          <cx:pt idx="3590">13661</cx:pt>
          <cx:pt idx="3591">13661</cx:pt>
          <cx:pt idx="3592">13661</cx:pt>
          <cx:pt idx="3593">13661</cx:pt>
          <cx:pt idx="3594">13661</cx:pt>
          <cx:pt idx="3595">13661</cx:pt>
          <cx:pt idx="3596">13661</cx:pt>
          <cx:pt idx="3597">13661</cx:pt>
          <cx:pt idx="3598">13661</cx:pt>
          <cx:pt idx="3599">13661</cx:pt>
          <cx:pt idx="3600">13661</cx:pt>
          <cx:pt idx="3601">13661</cx:pt>
          <cx:pt idx="3602">13661</cx:pt>
          <cx:pt idx="3603">13661</cx:pt>
          <cx:pt idx="3604">13661</cx:pt>
          <cx:pt idx="3605">13661</cx:pt>
          <cx:pt idx="3606">13661</cx:pt>
          <cx:pt idx="3607">13661</cx:pt>
          <cx:pt idx="3608">13661</cx:pt>
          <cx:pt idx="3609">13661</cx:pt>
          <cx:pt idx="3610">13661</cx:pt>
          <cx:pt idx="3611">13661</cx:pt>
          <cx:pt idx="3612">13661</cx:pt>
          <cx:pt idx="3613">13661</cx:pt>
          <cx:pt idx="3614">13661</cx:pt>
          <cx:pt idx="3615">13661</cx:pt>
          <cx:pt idx="3616">13661</cx:pt>
          <cx:pt idx="3617">13661</cx:pt>
          <cx:pt idx="3618">13661</cx:pt>
          <cx:pt idx="3619">13661</cx:pt>
          <cx:pt idx="3620">13661</cx:pt>
          <cx:pt idx="3621">13661</cx:pt>
          <cx:pt idx="3622">13661</cx:pt>
          <cx:pt idx="3623">13661</cx:pt>
          <cx:pt idx="3624">13661</cx:pt>
          <cx:pt idx="3625">13661</cx:pt>
          <cx:pt idx="3626">13661</cx:pt>
          <cx:pt idx="3627">13661</cx:pt>
          <cx:pt idx="3628">13661</cx:pt>
          <cx:pt idx="3629">13661</cx:pt>
          <cx:pt idx="3630">13661</cx:pt>
          <cx:pt idx="3631">13661</cx:pt>
          <cx:pt idx="3632">13661</cx:pt>
          <cx:pt idx="3633">13661</cx:pt>
          <cx:pt idx="3634">13661</cx:pt>
          <cx:pt idx="3635">13661</cx:pt>
          <cx:pt idx="3636">13661</cx:pt>
          <cx:pt idx="3637">13661</cx:pt>
          <cx:pt idx="3638">13661</cx:pt>
          <cx:pt idx="3639">13661</cx:pt>
          <cx:pt idx="3640">13661</cx:pt>
          <cx:pt idx="3641">13661</cx:pt>
          <cx:pt idx="3642">13661</cx:pt>
          <cx:pt idx="3643">13661</cx:pt>
          <cx:pt idx="3644">13661</cx:pt>
          <cx:pt idx="3645">13661</cx:pt>
          <cx:pt idx="3646">13661</cx:pt>
          <cx:pt idx="3647">14196</cx:pt>
          <cx:pt idx="3648">14196</cx:pt>
          <cx:pt idx="3649">14196</cx:pt>
          <cx:pt idx="3650">14196</cx:pt>
          <cx:pt idx="3651">14196</cx:pt>
          <cx:pt idx="3652">14196</cx:pt>
          <cx:pt idx="3653">14196</cx:pt>
          <cx:pt idx="3654">14196</cx:pt>
          <cx:pt idx="3655">14196</cx:pt>
          <cx:pt idx="3656">14196</cx:pt>
          <cx:pt idx="3657">14196</cx:pt>
          <cx:pt idx="3658">14196</cx:pt>
          <cx:pt idx="3659">14196</cx:pt>
          <cx:pt idx="3660">14196</cx:pt>
          <cx:pt idx="3661">14196</cx:pt>
          <cx:pt idx="3662">14196</cx:pt>
          <cx:pt idx="3663">14196</cx:pt>
          <cx:pt idx="3664">14196</cx:pt>
          <cx:pt idx="3665">14196</cx:pt>
          <cx:pt idx="3666">14196</cx:pt>
          <cx:pt idx="3667">14196</cx:pt>
          <cx:pt idx="3668">14196</cx:pt>
          <cx:pt idx="3669">14196</cx:pt>
          <cx:pt idx="3670">14196</cx:pt>
          <cx:pt idx="3671">14196</cx:pt>
          <cx:pt idx="3672">14196</cx:pt>
          <cx:pt idx="3673">14196</cx:pt>
          <cx:pt idx="3674">14196</cx:pt>
          <cx:pt idx="3675">14196</cx:pt>
          <cx:pt idx="3676">14196</cx:pt>
          <cx:pt idx="3677">14196</cx:pt>
          <cx:pt idx="3678">14196</cx:pt>
          <cx:pt idx="3679">14196</cx:pt>
          <cx:pt idx="3680">14196</cx:pt>
          <cx:pt idx="3681">14196</cx:pt>
          <cx:pt idx="3682">14196</cx:pt>
          <cx:pt idx="3683">14196</cx:pt>
          <cx:pt idx="3684">14196</cx:pt>
          <cx:pt idx="3685">14196</cx:pt>
          <cx:pt idx="3686">14196</cx:pt>
          <cx:pt idx="3687">14196</cx:pt>
          <cx:pt idx="3688">14196</cx:pt>
          <cx:pt idx="3689">14196</cx:pt>
          <cx:pt idx="3690">14196</cx:pt>
          <cx:pt idx="3691">14196</cx:pt>
          <cx:pt idx="3692">14196</cx:pt>
          <cx:pt idx="3693">14196</cx:pt>
          <cx:pt idx="3694">14196</cx:pt>
          <cx:pt idx="3695">14196</cx:pt>
          <cx:pt idx="3696">14196</cx:pt>
          <cx:pt idx="3697">14196</cx:pt>
          <cx:pt idx="3698">14196</cx:pt>
          <cx:pt idx="3699">14196</cx:pt>
          <cx:pt idx="3700">14196</cx:pt>
          <cx:pt idx="3701">14196</cx:pt>
          <cx:pt idx="3702">14196</cx:pt>
          <cx:pt idx="3703">14196</cx:pt>
          <cx:pt idx="3704">14196</cx:pt>
          <cx:pt idx="3705">14196</cx:pt>
          <cx:pt idx="3706">14196</cx:pt>
          <cx:pt idx="3707">14196</cx:pt>
          <cx:pt idx="3708">14196</cx:pt>
          <cx:pt idx="3709">14196</cx:pt>
          <cx:pt idx="3710">14196</cx:pt>
          <cx:pt idx="3711">14196</cx:pt>
          <cx:pt idx="3712">14196</cx:pt>
          <cx:pt idx="3713">14196</cx:pt>
          <cx:pt idx="3714">14196</cx:pt>
          <cx:pt idx="3715">14196</cx:pt>
          <cx:pt idx="3716">14196</cx:pt>
          <cx:pt idx="3717">14196</cx:pt>
          <cx:pt idx="3718">14196</cx:pt>
          <cx:pt idx="3719">14196</cx:pt>
          <cx:pt idx="3720">14196</cx:pt>
          <cx:pt idx="3721">14196</cx:pt>
          <cx:pt idx="3722">14196</cx:pt>
          <cx:pt idx="3723">14196</cx:pt>
          <cx:pt idx="3724">14196</cx:pt>
          <cx:pt idx="3725">14196</cx:pt>
          <cx:pt idx="3726">14196</cx:pt>
          <cx:pt idx="3727">14196</cx:pt>
          <cx:pt idx="3728">14196</cx:pt>
          <cx:pt idx="3729">14196</cx:pt>
          <cx:pt idx="3730">14196</cx:pt>
          <cx:pt idx="3731">14196</cx:pt>
          <cx:pt idx="3732">14196</cx:pt>
          <cx:pt idx="3733">14196</cx:pt>
          <cx:pt idx="3734">14196</cx:pt>
          <cx:pt idx="3735">14196</cx:pt>
          <cx:pt idx="3736">14196</cx:pt>
          <cx:pt idx="3737">14196</cx:pt>
          <cx:pt idx="3738">14196</cx:pt>
          <cx:pt idx="3739">14196</cx:pt>
          <cx:pt idx="3740">14196</cx:pt>
          <cx:pt idx="3741">14196</cx:pt>
          <cx:pt idx="3742">14196</cx:pt>
          <cx:pt idx="3743">14196</cx:pt>
          <cx:pt idx="3744">14196</cx:pt>
          <cx:pt idx="3745">14196</cx:pt>
          <cx:pt idx="3746">14196</cx:pt>
          <cx:pt idx="3747">14196</cx:pt>
          <cx:pt idx="3748">14196</cx:pt>
          <cx:pt idx="3749">14196</cx:pt>
          <cx:pt idx="3750">14196</cx:pt>
          <cx:pt idx="3751">14196</cx:pt>
          <cx:pt idx="3752">14196</cx:pt>
          <cx:pt idx="3753">14196</cx:pt>
          <cx:pt idx="3754">14196</cx:pt>
          <cx:pt idx="3755">14196</cx:pt>
          <cx:pt idx="3756">14196</cx:pt>
          <cx:pt idx="3757">14196</cx:pt>
          <cx:pt idx="3758">14196</cx:pt>
          <cx:pt idx="3759">14196</cx:pt>
          <cx:pt idx="3760">14196</cx:pt>
          <cx:pt idx="3761">14196</cx:pt>
          <cx:pt idx="3762">14196</cx:pt>
          <cx:pt idx="3763">14196</cx:pt>
          <cx:pt idx="3764">14196</cx:pt>
          <cx:pt idx="3765">14196</cx:pt>
          <cx:pt idx="3766">14196</cx:pt>
          <cx:pt idx="3767">14196</cx:pt>
          <cx:pt idx="3768">14196</cx:pt>
          <cx:pt idx="3769">14196</cx:pt>
          <cx:pt idx="3770">14196</cx:pt>
          <cx:pt idx="3771">14196</cx:pt>
          <cx:pt idx="3772">14196</cx:pt>
          <cx:pt idx="3773">14196</cx:pt>
          <cx:pt idx="3774">14196</cx:pt>
          <cx:pt idx="3775">14196</cx:pt>
          <cx:pt idx="3776">14196</cx:pt>
          <cx:pt idx="3777">14196</cx:pt>
          <cx:pt idx="3778">14196</cx:pt>
          <cx:pt idx="3779">14196</cx:pt>
          <cx:pt idx="3780">14196</cx:pt>
          <cx:pt idx="3781">14196</cx:pt>
          <cx:pt idx="3782">14196</cx:pt>
          <cx:pt idx="3783">14196</cx:pt>
          <cx:pt idx="3784">14196</cx:pt>
          <cx:pt idx="3785">14196</cx:pt>
          <cx:pt idx="3786">14196</cx:pt>
          <cx:pt idx="3787">14196</cx:pt>
          <cx:pt idx="3788">14196</cx:pt>
          <cx:pt idx="3789">14196</cx:pt>
          <cx:pt idx="3790">14196</cx:pt>
          <cx:pt idx="3791">14196</cx:pt>
          <cx:pt idx="3792">14196</cx:pt>
          <cx:pt idx="3793">14196</cx:pt>
          <cx:pt idx="3794">14196</cx:pt>
          <cx:pt idx="3795">14196</cx:pt>
          <cx:pt idx="3796">14196</cx:pt>
          <cx:pt idx="3797">14196</cx:pt>
          <cx:pt idx="3798">14196</cx:pt>
          <cx:pt idx="3799">14196</cx:pt>
          <cx:pt idx="3800">14196</cx:pt>
          <cx:pt idx="3801">14196</cx:pt>
          <cx:pt idx="3802">14196</cx:pt>
          <cx:pt idx="3803">14196</cx:pt>
          <cx:pt idx="3804">14196</cx:pt>
          <cx:pt idx="3805">14196</cx:pt>
          <cx:pt idx="3806">14196</cx:pt>
          <cx:pt idx="3807">14196</cx:pt>
          <cx:pt idx="3808">14196</cx:pt>
          <cx:pt idx="3809">14196</cx:pt>
          <cx:pt idx="3810">14196</cx:pt>
          <cx:pt idx="3811">14196</cx:pt>
          <cx:pt idx="3812">14196</cx:pt>
          <cx:pt idx="3813">14196</cx:pt>
          <cx:pt idx="3814">14196</cx:pt>
          <cx:pt idx="3815">14196</cx:pt>
          <cx:pt idx="3816">14196</cx:pt>
          <cx:pt idx="3817">14196</cx:pt>
          <cx:pt idx="3818">14196</cx:pt>
          <cx:pt idx="3819">14196</cx:pt>
          <cx:pt idx="3820">14196</cx:pt>
          <cx:pt idx="3821">14196</cx:pt>
          <cx:pt idx="3822">14196</cx:pt>
          <cx:pt idx="3823">14196</cx:pt>
          <cx:pt idx="3824">14196</cx:pt>
          <cx:pt idx="3825">14196</cx:pt>
          <cx:pt idx="3826">14196</cx:pt>
          <cx:pt idx="3827">14196</cx:pt>
          <cx:pt idx="3828">14196</cx:pt>
          <cx:pt idx="3829">14196</cx:pt>
          <cx:pt idx="3830">14196</cx:pt>
          <cx:pt idx="3831">14196</cx:pt>
          <cx:pt idx="3832">14196</cx:pt>
          <cx:pt idx="3833">14196</cx:pt>
          <cx:pt idx="3834">14196</cx:pt>
          <cx:pt idx="3835">14196</cx:pt>
          <cx:pt idx="3836">14196</cx:pt>
          <cx:pt idx="3837">14196</cx:pt>
          <cx:pt idx="3838">14196</cx:pt>
          <cx:pt idx="3839">14196</cx:pt>
          <cx:pt idx="3840">14196</cx:pt>
          <cx:pt idx="3841">14196</cx:pt>
          <cx:pt idx="3842">14196</cx:pt>
          <cx:pt idx="3843">14196</cx:pt>
          <cx:pt idx="3844">14196</cx:pt>
          <cx:pt idx="3845">14196</cx:pt>
          <cx:pt idx="3846">14196</cx:pt>
          <cx:pt idx="3847">14196</cx:pt>
          <cx:pt idx="3848">14196</cx:pt>
          <cx:pt idx="3849">14196</cx:pt>
          <cx:pt idx="3850">14196</cx:pt>
          <cx:pt idx="3851">14196</cx:pt>
          <cx:pt idx="3852">14196</cx:pt>
          <cx:pt idx="3853">14196</cx:pt>
          <cx:pt idx="3854">14196</cx:pt>
          <cx:pt idx="3855">14196</cx:pt>
          <cx:pt idx="3856">14196</cx:pt>
          <cx:pt idx="3857">14196</cx:pt>
          <cx:pt idx="3858">14196</cx:pt>
          <cx:pt idx="3859">14196</cx:pt>
          <cx:pt idx="3860">14196</cx:pt>
          <cx:pt idx="3861">14196</cx:pt>
          <cx:pt idx="3862">14196</cx:pt>
          <cx:pt idx="3863">14196</cx:pt>
          <cx:pt idx="3864">14196</cx:pt>
          <cx:pt idx="3865">14196</cx:pt>
          <cx:pt idx="3866">14196</cx:pt>
          <cx:pt idx="3867">14196</cx:pt>
          <cx:pt idx="3868">14196</cx:pt>
          <cx:pt idx="3869">14196</cx:pt>
          <cx:pt idx="3870">14196</cx:pt>
          <cx:pt idx="3871">14196</cx:pt>
          <cx:pt idx="3872">14196</cx:pt>
          <cx:pt idx="3873">14196</cx:pt>
          <cx:pt idx="3874">14196</cx:pt>
          <cx:pt idx="3875">14196</cx:pt>
          <cx:pt idx="3876">14196</cx:pt>
          <cx:pt idx="3877">14196</cx:pt>
          <cx:pt idx="3878">14196</cx:pt>
          <cx:pt idx="3879">14196</cx:pt>
          <cx:pt idx="3880">14196</cx:pt>
          <cx:pt idx="3881">14196</cx:pt>
          <cx:pt idx="3882">14196</cx:pt>
          <cx:pt idx="3883">14196</cx:pt>
          <cx:pt idx="3884">14196</cx:pt>
          <cx:pt idx="3885">14196</cx:pt>
          <cx:pt idx="3886">14196</cx:pt>
          <cx:pt idx="3887">14196</cx:pt>
          <cx:pt idx="3888">14196</cx:pt>
          <cx:pt idx="3889">14196</cx:pt>
          <cx:pt idx="3890">14196</cx:pt>
          <cx:pt idx="3891">14196</cx:pt>
          <cx:pt idx="3892">14196</cx:pt>
          <cx:pt idx="3893">14196</cx:pt>
          <cx:pt idx="3894">14196</cx:pt>
          <cx:pt idx="3895">14196</cx:pt>
          <cx:pt idx="3896">14196</cx:pt>
          <cx:pt idx="3897">14196</cx:pt>
          <cx:pt idx="3898">14196</cx:pt>
          <cx:pt idx="3899">14196</cx:pt>
          <cx:pt idx="3900">14196</cx:pt>
          <cx:pt idx="3901">14196</cx:pt>
          <cx:pt idx="3902">14196</cx:pt>
          <cx:pt idx="3903">14196</cx:pt>
          <cx:pt idx="3904">14196</cx:pt>
          <cx:pt idx="3905">14196</cx:pt>
          <cx:pt idx="3906">14196</cx:pt>
          <cx:pt idx="3907">14196</cx:pt>
          <cx:pt idx="3908">14196</cx:pt>
          <cx:pt idx="3909">14196</cx:pt>
          <cx:pt idx="3910">14196</cx:pt>
          <cx:pt idx="3911">14196</cx:pt>
          <cx:pt idx="3912">14196</cx:pt>
          <cx:pt idx="3913">14196</cx:pt>
          <cx:pt idx="3914">14196</cx:pt>
          <cx:pt idx="3915">14196</cx:pt>
          <cx:pt idx="3916">14196</cx:pt>
          <cx:pt idx="3917">14196</cx:pt>
          <cx:pt idx="3918">14196</cx:pt>
          <cx:pt idx="3919">14196</cx:pt>
          <cx:pt idx="3920">14196</cx:pt>
          <cx:pt idx="3921">14196</cx:pt>
          <cx:pt idx="3922">14196</cx:pt>
          <cx:pt idx="3923">14196</cx:pt>
          <cx:pt idx="3924">14196</cx:pt>
          <cx:pt idx="3925">14196</cx:pt>
          <cx:pt idx="3926">14196</cx:pt>
          <cx:pt idx="3927">14196</cx:pt>
          <cx:pt idx="3928">14196</cx:pt>
          <cx:pt idx="3929">14196</cx:pt>
          <cx:pt idx="3930">14196</cx:pt>
          <cx:pt idx="3931">14196</cx:pt>
          <cx:pt idx="3932">14196</cx:pt>
          <cx:pt idx="3933">14196</cx:pt>
          <cx:pt idx="3934">14196</cx:pt>
          <cx:pt idx="3935">14196</cx:pt>
          <cx:pt idx="3936">14196</cx:pt>
          <cx:pt idx="3937">14196</cx:pt>
          <cx:pt idx="3938">14196</cx:pt>
          <cx:pt idx="3939">14196</cx:pt>
          <cx:pt idx="3940">14196</cx:pt>
          <cx:pt idx="3941">14196</cx:pt>
          <cx:pt idx="3942">14196</cx:pt>
          <cx:pt idx="3943">14196</cx:pt>
          <cx:pt idx="3944">14196</cx:pt>
          <cx:pt idx="3945">14196</cx:pt>
          <cx:pt idx="3946">14196</cx:pt>
          <cx:pt idx="3947">14196</cx:pt>
          <cx:pt idx="3948">14196</cx:pt>
          <cx:pt idx="3949">14196</cx:pt>
          <cx:pt idx="3950">14196</cx:pt>
          <cx:pt idx="3951">14196</cx:pt>
          <cx:pt idx="3952">14196</cx:pt>
          <cx:pt idx="3953">14196</cx:pt>
          <cx:pt idx="3954">14196</cx:pt>
          <cx:pt idx="3955">14196</cx:pt>
          <cx:pt idx="3956">14196</cx:pt>
          <cx:pt idx="3957">14196</cx:pt>
          <cx:pt idx="3958">14196</cx:pt>
          <cx:pt idx="3959">14196</cx:pt>
          <cx:pt idx="3960">14196</cx:pt>
          <cx:pt idx="3961">14196</cx:pt>
          <cx:pt idx="3962">14196</cx:pt>
          <cx:pt idx="3963">14196</cx:pt>
          <cx:pt idx="3964">14196</cx:pt>
          <cx:pt idx="3965">14196</cx:pt>
          <cx:pt idx="3966">14196</cx:pt>
          <cx:pt idx="3967">14196</cx:pt>
          <cx:pt idx="3968">14196</cx:pt>
          <cx:pt idx="3969">14196</cx:pt>
          <cx:pt idx="3970">14196</cx:pt>
          <cx:pt idx="3971">14196</cx:pt>
          <cx:pt idx="3972">14196</cx:pt>
          <cx:pt idx="3973">14732</cx:pt>
          <cx:pt idx="3974">14732</cx:pt>
          <cx:pt idx="3975">14732</cx:pt>
          <cx:pt idx="3976">14732</cx:pt>
          <cx:pt idx="3977">14732</cx:pt>
          <cx:pt idx="3978">14732</cx:pt>
          <cx:pt idx="3979">14732</cx:pt>
          <cx:pt idx="3980">14732</cx:pt>
          <cx:pt idx="3981">14732</cx:pt>
          <cx:pt idx="3982">14732</cx:pt>
          <cx:pt idx="3983">14732</cx:pt>
          <cx:pt idx="3984">14732</cx:pt>
          <cx:pt idx="3985">14732</cx:pt>
          <cx:pt idx="3986">14732</cx:pt>
          <cx:pt idx="3987">14732</cx:pt>
          <cx:pt idx="3988">14732</cx:pt>
          <cx:pt idx="3989">14732</cx:pt>
          <cx:pt idx="3990">14732</cx:pt>
          <cx:pt idx="3991">14732</cx:pt>
          <cx:pt idx="3992">14732</cx:pt>
          <cx:pt idx="3993">14732</cx:pt>
          <cx:pt idx="3994">14732</cx:pt>
          <cx:pt idx="3995">14732</cx:pt>
          <cx:pt idx="3996">14732</cx:pt>
          <cx:pt idx="3997">14732</cx:pt>
          <cx:pt idx="3998">14732</cx:pt>
          <cx:pt idx="3999">14732</cx:pt>
          <cx:pt idx="4000">14732</cx:pt>
          <cx:pt idx="4001">14732</cx:pt>
          <cx:pt idx="4002">14732</cx:pt>
          <cx:pt idx="4003">14732</cx:pt>
          <cx:pt idx="4004">14732</cx:pt>
          <cx:pt idx="4005">14732</cx:pt>
          <cx:pt idx="4006">14732</cx:pt>
          <cx:pt idx="4007">14732</cx:pt>
          <cx:pt idx="4008">14732</cx:pt>
          <cx:pt idx="4009">14732</cx:pt>
          <cx:pt idx="4010">14732</cx:pt>
          <cx:pt idx="4011">14732</cx:pt>
          <cx:pt idx="4012">14732</cx:pt>
          <cx:pt idx="4013">14732</cx:pt>
          <cx:pt idx="4014">14732</cx:pt>
          <cx:pt idx="4015">14732</cx:pt>
          <cx:pt idx="4016">14732</cx:pt>
          <cx:pt idx="4017">14732</cx:pt>
          <cx:pt idx="4018">14732</cx:pt>
          <cx:pt idx="4019">14732</cx:pt>
          <cx:pt idx="4020">14732</cx:pt>
          <cx:pt idx="4021">14732</cx:pt>
          <cx:pt idx="4022">14732</cx:pt>
          <cx:pt idx="4023">14732</cx:pt>
          <cx:pt idx="4024">14732</cx:pt>
          <cx:pt idx="4025">14732</cx:pt>
          <cx:pt idx="4026">14732</cx:pt>
          <cx:pt idx="4027">14732</cx:pt>
          <cx:pt idx="4028">14732</cx:pt>
          <cx:pt idx="4029">14732</cx:pt>
          <cx:pt idx="4030">14732</cx:pt>
          <cx:pt idx="4031">14732</cx:pt>
          <cx:pt idx="4032">14732</cx:pt>
          <cx:pt idx="4033">14732</cx:pt>
          <cx:pt idx="4034">14732</cx:pt>
          <cx:pt idx="4035">14732</cx:pt>
          <cx:pt idx="4036">14732</cx:pt>
          <cx:pt idx="4037">14732</cx:pt>
          <cx:pt idx="4038">14732</cx:pt>
          <cx:pt idx="4039">14732</cx:pt>
          <cx:pt idx="4040">14732</cx:pt>
          <cx:pt idx="4041">14732</cx:pt>
          <cx:pt idx="4042">14732</cx:pt>
          <cx:pt idx="4043">14732</cx:pt>
          <cx:pt idx="4044">14732</cx:pt>
          <cx:pt idx="4045">14732</cx:pt>
          <cx:pt idx="4046">14732</cx:pt>
          <cx:pt idx="4047">14732</cx:pt>
          <cx:pt idx="4048">14732</cx:pt>
          <cx:pt idx="4049">14732</cx:pt>
          <cx:pt idx="4050">14732</cx:pt>
          <cx:pt idx="4051">14732</cx:pt>
          <cx:pt idx="4052">14732</cx:pt>
          <cx:pt idx="4053">14732</cx:pt>
          <cx:pt idx="4054">14732</cx:pt>
          <cx:pt idx="4055">14732</cx:pt>
          <cx:pt idx="4056">14732</cx:pt>
          <cx:pt idx="4057">14732</cx:pt>
          <cx:pt idx="4058">14732</cx:pt>
          <cx:pt idx="4059">14732</cx:pt>
          <cx:pt idx="4060">14732</cx:pt>
          <cx:pt idx="4061">14732</cx:pt>
          <cx:pt idx="4062">14732</cx:pt>
          <cx:pt idx="4063">14732</cx:pt>
          <cx:pt idx="4064">14732</cx:pt>
          <cx:pt idx="4065">14732</cx:pt>
          <cx:pt idx="4066">14732</cx:pt>
          <cx:pt idx="4067">14732</cx:pt>
          <cx:pt idx="4068">14732</cx:pt>
          <cx:pt idx="4069">14732</cx:pt>
          <cx:pt idx="4070">14732</cx:pt>
          <cx:pt idx="4071">14732</cx:pt>
          <cx:pt idx="4072">14732</cx:pt>
          <cx:pt idx="4073">14732</cx:pt>
          <cx:pt idx="4074">14732</cx:pt>
          <cx:pt idx="4075">14732</cx:pt>
          <cx:pt idx="4076">14732</cx:pt>
          <cx:pt idx="4077">14732</cx:pt>
          <cx:pt idx="4078">14732</cx:pt>
          <cx:pt idx="4079">14732</cx:pt>
          <cx:pt idx="4080">14732</cx:pt>
          <cx:pt idx="4081">14732</cx:pt>
          <cx:pt idx="4082">14732</cx:pt>
          <cx:pt idx="4083">14732</cx:pt>
          <cx:pt idx="4084">14732</cx:pt>
          <cx:pt idx="4085">14732</cx:pt>
          <cx:pt idx="4086">14732</cx:pt>
          <cx:pt idx="4087">14732</cx:pt>
          <cx:pt idx="4088">14732</cx:pt>
          <cx:pt idx="4089">14732</cx:pt>
          <cx:pt idx="4090">14732</cx:pt>
          <cx:pt idx="4091">14732</cx:pt>
          <cx:pt idx="4092">14732</cx:pt>
          <cx:pt idx="4093">14732</cx:pt>
          <cx:pt idx="4094">14732</cx:pt>
          <cx:pt idx="4095">14732</cx:pt>
          <cx:pt idx="4096">14732</cx:pt>
          <cx:pt idx="4097">14732</cx:pt>
          <cx:pt idx="4098">14732</cx:pt>
          <cx:pt idx="4099">14732</cx:pt>
          <cx:pt idx="4100">14732</cx:pt>
          <cx:pt idx="4101">14732</cx:pt>
          <cx:pt idx="4102">14732</cx:pt>
          <cx:pt idx="4103">14732</cx:pt>
          <cx:pt idx="4104">14732</cx:pt>
          <cx:pt idx="4105">14732</cx:pt>
          <cx:pt idx="4106">14732</cx:pt>
          <cx:pt idx="4107">14732</cx:pt>
          <cx:pt idx="4108">14732</cx:pt>
          <cx:pt idx="4109">14732</cx:pt>
          <cx:pt idx="4110">14732</cx:pt>
          <cx:pt idx="4111">14732</cx:pt>
          <cx:pt idx="4112">14732</cx:pt>
          <cx:pt idx="4113">14732</cx:pt>
          <cx:pt idx="4114">14732</cx:pt>
          <cx:pt idx="4115">14732</cx:pt>
          <cx:pt idx="4116">14732</cx:pt>
          <cx:pt idx="4117">14732</cx:pt>
          <cx:pt idx="4118">14732</cx:pt>
          <cx:pt idx="4119">14732</cx:pt>
          <cx:pt idx="4120">14732</cx:pt>
          <cx:pt idx="4121">14732</cx:pt>
          <cx:pt idx="4122">14732</cx:pt>
          <cx:pt idx="4123">14732</cx:pt>
          <cx:pt idx="4124">14732</cx:pt>
          <cx:pt idx="4125">14732</cx:pt>
          <cx:pt idx="4126">14732</cx:pt>
          <cx:pt idx="4127">14732</cx:pt>
          <cx:pt idx="4128">14732</cx:pt>
          <cx:pt idx="4129">14732</cx:pt>
          <cx:pt idx="4130">14732</cx:pt>
          <cx:pt idx="4131">14732</cx:pt>
          <cx:pt idx="4132">14732</cx:pt>
          <cx:pt idx="4133">14732</cx:pt>
          <cx:pt idx="4134">14732</cx:pt>
          <cx:pt idx="4135">14732</cx:pt>
          <cx:pt idx="4136">14732</cx:pt>
          <cx:pt idx="4137">14732</cx:pt>
          <cx:pt idx="4138">14732</cx:pt>
          <cx:pt idx="4139">14732</cx:pt>
          <cx:pt idx="4140">14732</cx:pt>
          <cx:pt idx="4141">14732</cx:pt>
          <cx:pt idx="4142">14732</cx:pt>
          <cx:pt idx="4143">14732</cx:pt>
          <cx:pt idx="4144">14732</cx:pt>
          <cx:pt idx="4145">14732</cx:pt>
          <cx:pt idx="4146">14732</cx:pt>
          <cx:pt idx="4147">14732</cx:pt>
          <cx:pt idx="4148">14732</cx:pt>
          <cx:pt idx="4149">14732</cx:pt>
          <cx:pt idx="4150">14732</cx:pt>
          <cx:pt idx="4151">14732</cx:pt>
          <cx:pt idx="4152">14732</cx:pt>
          <cx:pt idx="4153">14732</cx:pt>
          <cx:pt idx="4154">14732</cx:pt>
          <cx:pt idx="4155">14732</cx:pt>
          <cx:pt idx="4156">14732</cx:pt>
          <cx:pt idx="4157">14732</cx:pt>
          <cx:pt idx="4158">14732</cx:pt>
          <cx:pt idx="4159">14732</cx:pt>
          <cx:pt idx="4160">14732</cx:pt>
          <cx:pt idx="4161">14732</cx:pt>
          <cx:pt idx="4162">14732</cx:pt>
          <cx:pt idx="4163">14732</cx:pt>
          <cx:pt idx="4164">14732</cx:pt>
          <cx:pt idx="4165">14732</cx:pt>
          <cx:pt idx="4166">14732</cx:pt>
          <cx:pt idx="4167">14732</cx:pt>
          <cx:pt idx="4168">14732</cx:pt>
          <cx:pt idx="4169">14732</cx:pt>
          <cx:pt idx="4170">14732</cx:pt>
          <cx:pt idx="4171">14732</cx:pt>
          <cx:pt idx="4172">14732</cx:pt>
          <cx:pt idx="4173">14732</cx:pt>
          <cx:pt idx="4174">14732</cx:pt>
          <cx:pt idx="4175">14732</cx:pt>
          <cx:pt idx="4176">14732</cx:pt>
          <cx:pt idx="4177">14732</cx:pt>
          <cx:pt idx="4178">14732</cx:pt>
          <cx:pt idx="4179">14732</cx:pt>
          <cx:pt idx="4180">14732</cx:pt>
          <cx:pt idx="4181">14732</cx:pt>
          <cx:pt idx="4182">14732</cx:pt>
          <cx:pt idx="4183">14732</cx:pt>
          <cx:pt idx="4184">14732</cx:pt>
          <cx:pt idx="4185">14732</cx:pt>
          <cx:pt idx="4186">14732</cx:pt>
          <cx:pt idx="4187">14732</cx:pt>
          <cx:pt idx="4188">14732</cx:pt>
          <cx:pt idx="4189">14732</cx:pt>
          <cx:pt idx="4190">14732</cx:pt>
          <cx:pt idx="4191">14732</cx:pt>
          <cx:pt idx="4192">14732</cx:pt>
          <cx:pt idx="4193">14732</cx:pt>
          <cx:pt idx="4194">14732</cx:pt>
          <cx:pt idx="4195">14732</cx:pt>
          <cx:pt idx="4196">14732</cx:pt>
          <cx:pt idx="4197">14732</cx:pt>
          <cx:pt idx="4198">14732</cx:pt>
          <cx:pt idx="4199">14732</cx:pt>
          <cx:pt idx="4200">14732</cx:pt>
          <cx:pt idx="4201">14732</cx:pt>
          <cx:pt idx="4202">14732</cx:pt>
          <cx:pt idx="4203">14732</cx:pt>
          <cx:pt idx="4204">14732</cx:pt>
          <cx:pt idx="4205">14732</cx:pt>
          <cx:pt idx="4206">14732</cx:pt>
          <cx:pt idx="4207">14732</cx:pt>
          <cx:pt idx="4208">14732</cx:pt>
          <cx:pt idx="4209">14732</cx:pt>
          <cx:pt idx="4210">14732</cx:pt>
          <cx:pt idx="4211">14732</cx:pt>
          <cx:pt idx="4212">14732</cx:pt>
          <cx:pt idx="4213">14732</cx:pt>
          <cx:pt idx="4214">14732</cx:pt>
          <cx:pt idx="4215">14732</cx:pt>
          <cx:pt idx="4216">14732</cx:pt>
          <cx:pt idx="4217">14732</cx:pt>
          <cx:pt idx="4218">14732</cx:pt>
          <cx:pt idx="4219">14732</cx:pt>
          <cx:pt idx="4220">14732</cx:pt>
          <cx:pt idx="4221">14732</cx:pt>
          <cx:pt idx="4222">14732</cx:pt>
          <cx:pt idx="4223">14732</cx:pt>
          <cx:pt idx="4224">14732</cx:pt>
          <cx:pt idx="4225">14732</cx:pt>
          <cx:pt idx="4226">14732</cx:pt>
          <cx:pt idx="4227">14732</cx:pt>
          <cx:pt idx="4228">14732</cx:pt>
          <cx:pt idx="4229">14732</cx:pt>
          <cx:pt idx="4230">14732</cx:pt>
          <cx:pt idx="4231">14732</cx:pt>
          <cx:pt idx="4232">14732</cx:pt>
          <cx:pt idx="4233">14732</cx:pt>
          <cx:pt idx="4234">14732</cx:pt>
          <cx:pt idx="4235">14732</cx:pt>
          <cx:pt idx="4236">14732</cx:pt>
          <cx:pt idx="4237">14732</cx:pt>
          <cx:pt idx="4238">14732</cx:pt>
          <cx:pt idx="4239">14732</cx:pt>
          <cx:pt idx="4240">14732</cx:pt>
          <cx:pt idx="4241">14732</cx:pt>
          <cx:pt idx="4242">14732</cx:pt>
          <cx:pt idx="4243">14732</cx:pt>
          <cx:pt idx="4244">14732</cx:pt>
          <cx:pt idx="4245">14732</cx:pt>
          <cx:pt idx="4246">14732</cx:pt>
          <cx:pt idx="4247">14732</cx:pt>
          <cx:pt idx="4248">14732</cx:pt>
          <cx:pt idx="4249">14732</cx:pt>
          <cx:pt idx="4250">14732</cx:pt>
          <cx:pt idx="4251">15268</cx:pt>
          <cx:pt idx="4252">15268</cx:pt>
          <cx:pt idx="4253">15268</cx:pt>
          <cx:pt idx="4254">15268</cx:pt>
          <cx:pt idx="4255">15268</cx:pt>
          <cx:pt idx="4256">15268</cx:pt>
          <cx:pt idx="4257">15268</cx:pt>
          <cx:pt idx="4258">15268</cx:pt>
          <cx:pt idx="4259">15268</cx:pt>
          <cx:pt idx="4260">15268</cx:pt>
          <cx:pt idx="4261">15268</cx:pt>
          <cx:pt idx="4262">15268</cx:pt>
          <cx:pt idx="4263">15268</cx:pt>
          <cx:pt idx="4264">15268</cx:pt>
          <cx:pt idx="4265">15268</cx:pt>
          <cx:pt idx="4266">15268</cx:pt>
          <cx:pt idx="4267">15268</cx:pt>
          <cx:pt idx="4268">15268</cx:pt>
          <cx:pt idx="4269">15268</cx:pt>
          <cx:pt idx="4270">15268</cx:pt>
          <cx:pt idx="4271">15268</cx:pt>
          <cx:pt idx="4272">15268</cx:pt>
          <cx:pt idx="4273">15268</cx:pt>
          <cx:pt idx="4274">15268</cx:pt>
          <cx:pt idx="4275">15268</cx:pt>
          <cx:pt idx="4276">15268</cx:pt>
          <cx:pt idx="4277">15268</cx:pt>
          <cx:pt idx="4278">15268</cx:pt>
          <cx:pt idx="4279">15268</cx:pt>
          <cx:pt idx="4280">15268</cx:pt>
          <cx:pt idx="4281">15268</cx:pt>
          <cx:pt idx="4282">15268</cx:pt>
          <cx:pt idx="4283">15268</cx:pt>
          <cx:pt idx="4284">15268</cx:pt>
          <cx:pt idx="4285">15268</cx:pt>
          <cx:pt idx="4286">15268</cx:pt>
          <cx:pt idx="4287">15268</cx:pt>
          <cx:pt idx="4288">15268</cx:pt>
          <cx:pt idx="4289">15268</cx:pt>
          <cx:pt idx="4290">15268</cx:pt>
          <cx:pt idx="4291">15268</cx:pt>
          <cx:pt idx="4292">15268</cx:pt>
          <cx:pt idx="4293">15268</cx:pt>
          <cx:pt idx="4294">15268</cx:pt>
          <cx:pt idx="4295">15268</cx:pt>
          <cx:pt idx="4296">15268</cx:pt>
          <cx:pt idx="4297">15268</cx:pt>
          <cx:pt idx="4298">15268</cx:pt>
          <cx:pt idx="4299">15268</cx:pt>
          <cx:pt idx="4300">15268</cx:pt>
          <cx:pt idx="4301">15268</cx:pt>
          <cx:pt idx="4302">15268</cx:pt>
          <cx:pt idx="4303">15268</cx:pt>
          <cx:pt idx="4304">15268</cx:pt>
          <cx:pt idx="4305">15268</cx:pt>
          <cx:pt idx="4306">15268</cx:pt>
          <cx:pt idx="4307">15268</cx:pt>
          <cx:pt idx="4308">15268</cx:pt>
          <cx:pt idx="4309">15268</cx:pt>
          <cx:pt idx="4310">15268</cx:pt>
          <cx:pt idx="4311">15268</cx:pt>
          <cx:pt idx="4312">15268</cx:pt>
          <cx:pt idx="4313">15268</cx:pt>
          <cx:pt idx="4314">15268</cx:pt>
          <cx:pt idx="4315">15268</cx:pt>
          <cx:pt idx="4316">15268</cx:pt>
          <cx:pt idx="4317">15268</cx:pt>
          <cx:pt idx="4318">15268</cx:pt>
          <cx:pt idx="4319">15268</cx:pt>
          <cx:pt idx="4320">15268</cx:pt>
          <cx:pt idx="4321">15268</cx:pt>
          <cx:pt idx="4322">15268</cx:pt>
          <cx:pt idx="4323">15268</cx:pt>
          <cx:pt idx="4324">15268</cx:pt>
          <cx:pt idx="4325">15268</cx:pt>
          <cx:pt idx="4326">15268</cx:pt>
          <cx:pt idx="4327">15268</cx:pt>
          <cx:pt idx="4328">15268</cx:pt>
          <cx:pt idx="4329">15268</cx:pt>
          <cx:pt idx="4330">15268</cx:pt>
          <cx:pt idx="4331">15268</cx:pt>
          <cx:pt idx="4332">15268</cx:pt>
          <cx:pt idx="4333">15268</cx:pt>
          <cx:pt idx="4334">15268</cx:pt>
          <cx:pt idx="4335">15268</cx:pt>
          <cx:pt idx="4336">15268</cx:pt>
          <cx:pt idx="4337">15268</cx:pt>
          <cx:pt idx="4338">15268</cx:pt>
          <cx:pt idx="4339">15268</cx:pt>
          <cx:pt idx="4340">15268</cx:pt>
          <cx:pt idx="4341">15268</cx:pt>
          <cx:pt idx="4342">15268</cx:pt>
          <cx:pt idx="4343">15268</cx:pt>
          <cx:pt idx="4344">15268</cx:pt>
          <cx:pt idx="4345">15268</cx:pt>
          <cx:pt idx="4346">15268</cx:pt>
          <cx:pt idx="4347">15268</cx:pt>
          <cx:pt idx="4348">15268</cx:pt>
          <cx:pt idx="4349">15268</cx:pt>
          <cx:pt idx="4350">15268</cx:pt>
          <cx:pt idx="4351">15268</cx:pt>
          <cx:pt idx="4352">15268</cx:pt>
          <cx:pt idx="4353">15268</cx:pt>
          <cx:pt idx="4354">15268</cx:pt>
          <cx:pt idx="4355">15268</cx:pt>
          <cx:pt idx="4356">15268</cx:pt>
          <cx:pt idx="4357">15268</cx:pt>
          <cx:pt idx="4358">15268</cx:pt>
          <cx:pt idx="4359">15268</cx:pt>
          <cx:pt idx="4360">15268</cx:pt>
          <cx:pt idx="4361">15268</cx:pt>
          <cx:pt idx="4362">15268</cx:pt>
          <cx:pt idx="4363">15268</cx:pt>
          <cx:pt idx="4364">15268</cx:pt>
          <cx:pt idx="4365">15268</cx:pt>
          <cx:pt idx="4366">15268</cx:pt>
          <cx:pt idx="4367">15268</cx:pt>
          <cx:pt idx="4368">15268</cx:pt>
          <cx:pt idx="4369">15268</cx:pt>
          <cx:pt idx="4370">15268</cx:pt>
          <cx:pt idx="4371">15268</cx:pt>
          <cx:pt idx="4372">15268</cx:pt>
          <cx:pt idx="4373">15268</cx:pt>
          <cx:pt idx="4374">15268</cx:pt>
          <cx:pt idx="4375">15268</cx:pt>
          <cx:pt idx="4376">15268</cx:pt>
          <cx:pt idx="4377">15268</cx:pt>
          <cx:pt idx="4378">15268</cx:pt>
          <cx:pt idx="4379">15268</cx:pt>
          <cx:pt idx="4380">15268</cx:pt>
          <cx:pt idx="4381">15268</cx:pt>
          <cx:pt idx="4382">15268</cx:pt>
          <cx:pt idx="4383">15268</cx:pt>
          <cx:pt idx="4384">15268</cx:pt>
          <cx:pt idx="4385">15268</cx:pt>
          <cx:pt idx="4386">15268</cx:pt>
          <cx:pt idx="4387">15268</cx:pt>
          <cx:pt idx="4388">15268</cx:pt>
          <cx:pt idx="4389">15268</cx:pt>
          <cx:pt idx="4390">15268</cx:pt>
          <cx:pt idx="4391">15268</cx:pt>
          <cx:pt idx="4392">15268</cx:pt>
          <cx:pt idx="4393">15268</cx:pt>
          <cx:pt idx="4394">15268</cx:pt>
          <cx:pt idx="4395">15268</cx:pt>
          <cx:pt idx="4396">15268</cx:pt>
          <cx:pt idx="4397">15268</cx:pt>
          <cx:pt idx="4398">15268</cx:pt>
          <cx:pt idx="4399">15268</cx:pt>
          <cx:pt idx="4400">15268</cx:pt>
          <cx:pt idx="4401">15268</cx:pt>
          <cx:pt idx="4402">15268</cx:pt>
          <cx:pt idx="4403">15268</cx:pt>
          <cx:pt idx="4404">15268</cx:pt>
          <cx:pt idx="4405">15268</cx:pt>
          <cx:pt idx="4406">15268</cx:pt>
          <cx:pt idx="4407">15268</cx:pt>
          <cx:pt idx="4408">15268</cx:pt>
          <cx:pt idx="4409">15268</cx:pt>
          <cx:pt idx="4410">15268</cx:pt>
          <cx:pt idx="4411">15268</cx:pt>
          <cx:pt idx="4412">15268</cx:pt>
          <cx:pt idx="4413">15268</cx:pt>
          <cx:pt idx="4414">15268</cx:pt>
          <cx:pt idx="4415">15268</cx:pt>
          <cx:pt idx="4416">15268</cx:pt>
          <cx:pt idx="4417">15268</cx:pt>
          <cx:pt idx="4418">15268</cx:pt>
          <cx:pt idx="4419">15268</cx:pt>
          <cx:pt idx="4420">15268</cx:pt>
          <cx:pt idx="4421">15268</cx:pt>
          <cx:pt idx="4422">15268</cx:pt>
          <cx:pt idx="4423">15268</cx:pt>
          <cx:pt idx="4424">15268</cx:pt>
          <cx:pt idx="4425">15268</cx:pt>
          <cx:pt idx="4426">15268</cx:pt>
          <cx:pt idx="4427">15268</cx:pt>
          <cx:pt idx="4428">15268</cx:pt>
          <cx:pt idx="4429">15268</cx:pt>
          <cx:pt idx="4430">15268</cx:pt>
          <cx:pt idx="4431">15268</cx:pt>
          <cx:pt idx="4432">15268</cx:pt>
          <cx:pt idx="4433">15268</cx:pt>
          <cx:pt idx="4434">15268</cx:pt>
          <cx:pt idx="4435">15268</cx:pt>
          <cx:pt idx="4436">15268</cx:pt>
          <cx:pt idx="4437">15268</cx:pt>
          <cx:pt idx="4438">15268</cx:pt>
          <cx:pt idx="4439">15268</cx:pt>
          <cx:pt idx="4440">15268</cx:pt>
          <cx:pt idx="4441">15268</cx:pt>
          <cx:pt idx="4442">15268</cx:pt>
          <cx:pt idx="4443">15268</cx:pt>
          <cx:pt idx="4444">15268</cx:pt>
          <cx:pt idx="4445">15268</cx:pt>
          <cx:pt idx="4446">15268</cx:pt>
          <cx:pt idx="4447">15268</cx:pt>
          <cx:pt idx="4448">15268</cx:pt>
          <cx:pt idx="4449">15268</cx:pt>
          <cx:pt idx="4450">15268</cx:pt>
          <cx:pt idx="4451">15268</cx:pt>
          <cx:pt idx="4452">15268</cx:pt>
          <cx:pt idx="4453">15268</cx:pt>
          <cx:pt idx="4454">15268</cx:pt>
          <cx:pt idx="4455">15268</cx:pt>
          <cx:pt idx="4456">15268</cx:pt>
          <cx:pt idx="4457">15268</cx:pt>
          <cx:pt idx="4458">15268</cx:pt>
          <cx:pt idx="4459">15268</cx:pt>
          <cx:pt idx="4460">15268</cx:pt>
          <cx:pt idx="4461">15268</cx:pt>
          <cx:pt idx="4462">15268</cx:pt>
          <cx:pt idx="4463">15268</cx:pt>
          <cx:pt idx="4464">15268</cx:pt>
          <cx:pt idx="4465">15268</cx:pt>
          <cx:pt idx="4466">15268</cx:pt>
          <cx:pt idx="4467">15268</cx:pt>
          <cx:pt idx="4468">15268</cx:pt>
          <cx:pt idx="4469">15268</cx:pt>
          <cx:pt idx="4470">15268</cx:pt>
          <cx:pt idx="4471">15268</cx:pt>
          <cx:pt idx="4472">15268</cx:pt>
          <cx:pt idx="4473">15268</cx:pt>
          <cx:pt idx="4474">15268</cx:pt>
          <cx:pt idx="4475">15268</cx:pt>
          <cx:pt idx="4476">15268</cx:pt>
          <cx:pt idx="4477">15268</cx:pt>
          <cx:pt idx="4478">15268</cx:pt>
          <cx:pt idx="4479">15268</cx:pt>
          <cx:pt idx="4480">15268</cx:pt>
          <cx:pt idx="4481">15268</cx:pt>
          <cx:pt idx="4482">15268</cx:pt>
          <cx:pt idx="4483">15268</cx:pt>
          <cx:pt idx="4484">15268</cx:pt>
          <cx:pt idx="4485">15268</cx:pt>
          <cx:pt idx="4486">15268</cx:pt>
          <cx:pt idx="4487">15268</cx:pt>
          <cx:pt idx="4488">15268</cx:pt>
          <cx:pt idx="4489">15268</cx:pt>
          <cx:pt idx="4490">15268</cx:pt>
          <cx:pt idx="4491">15268</cx:pt>
          <cx:pt idx="4492">15268</cx:pt>
          <cx:pt idx="4493">15268</cx:pt>
          <cx:pt idx="4494">15268</cx:pt>
          <cx:pt idx="4495">15268</cx:pt>
          <cx:pt idx="4496">15268</cx:pt>
          <cx:pt idx="4497">15268</cx:pt>
          <cx:pt idx="4498">15268</cx:pt>
          <cx:pt idx="4499">15268</cx:pt>
          <cx:pt idx="4500">15268</cx:pt>
          <cx:pt idx="4501">15268</cx:pt>
          <cx:pt idx="4502">15268</cx:pt>
          <cx:pt idx="4503">15268</cx:pt>
          <cx:pt idx="4504">15268</cx:pt>
          <cx:pt idx="4505">15268</cx:pt>
          <cx:pt idx="4506">15268</cx:pt>
          <cx:pt idx="4507">15268</cx:pt>
          <cx:pt idx="4508">15268</cx:pt>
          <cx:pt idx="4509">15268</cx:pt>
          <cx:pt idx="4510">15268</cx:pt>
          <cx:pt idx="4511">15268</cx:pt>
          <cx:pt idx="4512">15268</cx:pt>
          <cx:pt idx="4513">15268</cx:pt>
          <cx:pt idx="4514">15268</cx:pt>
          <cx:pt idx="4515">15268</cx:pt>
          <cx:pt idx="4516">15268</cx:pt>
          <cx:pt idx="4517">15268</cx:pt>
          <cx:pt idx="4518">15268</cx:pt>
          <cx:pt idx="4519">15268</cx:pt>
          <cx:pt idx="4520">15268</cx:pt>
          <cx:pt idx="4521">15268</cx:pt>
          <cx:pt idx="4522">15268</cx:pt>
          <cx:pt idx="4523">15268</cx:pt>
          <cx:pt idx="4524">15268</cx:pt>
          <cx:pt idx="4525">15268</cx:pt>
          <cx:pt idx="4526">15268</cx:pt>
          <cx:pt idx="4527">15268</cx:pt>
          <cx:pt idx="4528">15268</cx:pt>
          <cx:pt idx="4529">15268</cx:pt>
          <cx:pt idx="4530">15268</cx:pt>
          <cx:pt idx="4531">15268</cx:pt>
          <cx:pt idx="4532">15268</cx:pt>
          <cx:pt idx="4533">15268</cx:pt>
          <cx:pt idx="4534">15268</cx:pt>
          <cx:pt idx="4535">15804</cx:pt>
          <cx:pt idx="4536">15804</cx:pt>
          <cx:pt idx="4537">15804</cx:pt>
          <cx:pt idx="4538">15804</cx:pt>
          <cx:pt idx="4539">15804</cx:pt>
          <cx:pt idx="4540">15804</cx:pt>
          <cx:pt idx="4541">15804</cx:pt>
          <cx:pt idx="4542">15804</cx:pt>
          <cx:pt idx="4543">15804</cx:pt>
          <cx:pt idx="4544">15804</cx:pt>
          <cx:pt idx="4545">15804</cx:pt>
          <cx:pt idx="4546">15804</cx:pt>
          <cx:pt idx="4547">15804</cx:pt>
          <cx:pt idx="4548">15804</cx:pt>
          <cx:pt idx="4549">15804</cx:pt>
          <cx:pt idx="4550">15804</cx:pt>
          <cx:pt idx="4551">15804</cx:pt>
          <cx:pt idx="4552">15804</cx:pt>
          <cx:pt idx="4553">15804</cx:pt>
          <cx:pt idx="4554">15804</cx:pt>
          <cx:pt idx="4555">15804</cx:pt>
          <cx:pt idx="4556">15804</cx:pt>
          <cx:pt idx="4557">15804</cx:pt>
          <cx:pt idx="4558">15804</cx:pt>
          <cx:pt idx="4559">15804</cx:pt>
          <cx:pt idx="4560">15804</cx:pt>
          <cx:pt idx="4561">15804</cx:pt>
          <cx:pt idx="4562">15804</cx:pt>
          <cx:pt idx="4563">15804</cx:pt>
          <cx:pt idx="4564">15804</cx:pt>
          <cx:pt idx="4565">15804</cx:pt>
          <cx:pt idx="4566">15804</cx:pt>
          <cx:pt idx="4567">15804</cx:pt>
          <cx:pt idx="4568">15804</cx:pt>
          <cx:pt idx="4569">15804</cx:pt>
          <cx:pt idx="4570">15804</cx:pt>
          <cx:pt idx="4571">15804</cx:pt>
          <cx:pt idx="4572">15804</cx:pt>
          <cx:pt idx="4573">15804</cx:pt>
          <cx:pt idx="4574">15804</cx:pt>
          <cx:pt idx="4575">15804</cx:pt>
          <cx:pt idx="4576">15804</cx:pt>
          <cx:pt idx="4577">15804</cx:pt>
          <cx:pt idx="4578">15804</cx:pt>
          <cx:pt idx="4579">15804</cx:pt>
          <cx:pt idx="4580">15804</cx:pt>
          <cx:pt idx="4581">15804</cx:pt>
          <cx:pt idx="4582">15804</cx:pt>
          <cx:pt idx="4583">15804</cx:pt>
          <cx:pt idx="4584">15804</cx:pt>
          <cx:pt idx="4585">15804</cx:pt>
          <cx:pt idx="4586">15804</cx:pt>
          <cx:pt idx="4587">15804</cx:pt>
          <cx:pt idx="4588">15804</cx:pt>
          <cx:pt idx="4589">15804</cx:pt>
          <cx:pt idx="4590">15804</cx:pt>
          <cx:pt idx="4591">15804</cx:pt>
          <cx:pt idx="4592">15804</cx:pt>
          <cx:pt idx="4593">15804</cx:pt>
          <cx:pt idx="4594">15804</cx:pt>
          <cx:pt idx="4595">15804</cx:pt>
          <cx:pt idx="4596">15804</cx:pt>
          <cx:pt idx="4597">15804</cx:pt>
          <cx:pt idx="4598">15804</cx:pt>
          <cx:pt idx="4599">15804</cx:pt>
          <cx:pt idx="4600">15804</cx:pt>
          <cx:pt idx="4601">15804</cx:pt>
          <cx:pt idx="4602">15804</cx:pt>
          <cx:pt idx="4603">15804</cx:pt>
          <cx:pt idx="4604">15804</cx:pt>
          <cx:pt idx="4605">15804</cx:pt>
          <cx:pt idx="4606">15804</cx:pt>
          <cx:pt idx="4607">15804</cx:pt>
          <cx:pt idx="4608">15804</cx:pt>
          <cx:pt idx="4609">15804</cx:pt>
          <cx:pt idx="4610">15804</cx:pt>
          <cx:pt idx="4611">15804</cx:pt>
          <cx:pt idx="4612">15804</cx:pt>
          <cx:pt idx="4613">15804</cx:pt>
          <cx:pt idx="4614">15804</cx:pt>
          <cx:pt idx="4615">15804</cx:pt>
          <cx:pt idx="4616">15804</cx:pt>
          <cx:pt idx="4617">15804</cx:pt>
          <cx:pt idx="4618">15804</cx:pt>
          <cx:pt idx="4619">15804</cx:pt>
          <cx:pt idx="4620">15804</cx:pt>
          <cx:pt idx="4621">15804</cx:pt>
          <cx:pt idx="4622">15804</cx:pt>
          <cx:pt idx="4623">15804</cx:pt>
          <cx:pt idx="4624">15804</cx:pt>
          <cx:pt idx="4625">15804</cx:pt>
          <cx:pt idx="4626">15804</cx:pt>
          <cx:pt idx="4627">15804</cx:pt>
          <cx:pt idx="4628">15804</cx:pt>
          <cx:pt idx="4629">15804</cx:pt>
          <cx:pt idx="4630">15804</cx:pt>
          <cx:pt idx="4631">15804</cx:pt>
          <cx:pt idx="4632">15804</cx:pt>
          <cx:pt idx="4633">15804</cx:pt>
          <cx:pt idx="4634">15804</cx:pt>
          <cx:pt idx="4635">15804</cx:pt>
          <cx:pt idx="4636">15804</cx:pt>
          <cx:pt idx="4637">15804</cx:pt>
          <cx:pt idx="4638">15804</cx:pt>
          <cx:pt idx="4639">15804</cx:pt>
          <cx:pt idx="4640">15804</cx:pt>
          <cx:pt idx="4641">15804</cx:pt>
          <cx:pt idx="4642">15804</cx:pt>
          <cx:pt idx="4643">15804</cx:pt>
          <cx:pt idx="4644">15804</cx:pt>
          <cx:pt idx="4645">15804</cx:pt>
          <cx:pt idx="4646">15804</cx:pt>
          <cx:pt idx="4647">15804</cx:pt>
          <cx:pt idx="4648">15804</cx:pt>
          <cx:pt idx="4649">15804</cx:pt>
          <cx:pt idx="4650">15804</cx:pt>
          <cx:pt idx="4651">15804</cx:pt>
          <cx:pt idx="4652">15804</cx:pt>
          <cx:pt idx="4653">15804</cx:pt>
          <cx:pt idx="4654">15804</cx:pt>
          <cx:pt idx="4655">15804</cx:pt>
          <cx:pt idx="4656">15804</cx:pt>
          <cx:pt idx="4657">15804</cx:pt>
          <cx:pt idx="4658">15804</cx:pt>
          <cx:pt idx="4659">15804</cx:pt>
          <cx:pt idx="4660">15804</cx:pt>
          <cx:pt idx="4661">15804</cx:pt>
          <cx:pt idx="4662">15804</cx:pt>
          <cx:pt idx="4663">15804</cx:pt>
          <cx:pt idx="4664">15804</cx:pt>
          <cx:pt idx="4665">15804</cx:pt>
          <cx:pt idx="4666">15804</cx:pt>
          <cx:pt idx="4667">15804</cx:pt>
          <cx:pt idx="4668">15804</cx:pt>
          <cx:pt idx="4669">15804</cx:pt>
          <cx:pt idx="4670">15804</cx:pt>
          <cx:pt idx="4671">15804</cx:pt>
          <cx:pt idx="4672">15804</cx:pt>
          <cx:pt idx="4673">15804</cx:pt>
          <cx:pt idx="4674">15804</cx:pt>
          <cx:pt idx="4675">15804</cx:pt>
          <cx:pt idx="4676">15804</cx:pt>
          <cx:pt idx="4677">15804</cx:pt>
          <cx:pt idx="4678">15804</cx:pt>
          <cx:pt idx="4679">15804</cx:pt>
          <cx:pt idx="4680">15804</cx:pt>
          <cx:pt idx="4681">15804</cx:pt>
          <cx:pt idx="4682">15804</cx:pt>
          <cx:pt idx="4683">15804</cx:pt>
          <cx:pt idx="4684">15804</cx:pt>
          <cx:pt idx="4685">15804</cx:pt>
          <cx:pt idx="4686">15804</cx:pt>
          <cx:pt idx="4687">15804</cx:pt>
          <cx:pt idx="4688">15804</cx:pt>
          <cx:pt idx="4689">15804</cx:pt>
          <cx:pt idx="4690">15804</cx:pt>
          <cx:pt idx="4691">15804</cx:pt>
          <cx:pt idx="4692">15804</cx:pt>
          <cx:pt idx="4693">15804</cx:pt>
          <cx:pt idx="4694">15804</cx:pt>
          <cx:pt idx="4695">15804</cx:pt>
          <cx:pt idx="4696">15804</cx:pt>
          <cx:pt idx="4697">15804</cx:pt>
          <cx:pt idx="4698">15804</cx:pt>
          <cx:pt idx="4699">15804</cx:pt>
          <cx:pt idx="4700">15804</cx:pt>
          <cx:pt idx="4701">15804</cx:pt>
          <cx:pt idx="4702">15804</cx:pt>
          <cx:pt idx="4703">15804</cx:pt>
          <cx:pt idx="4704">15804</cx:pt>
          <cx:pt idx="4705">15804</cx:pt>
          <cx:pt idx="4706">15804</cx:pt>
          <cx:pt idx="4707">15804</cx:pt>
          <cx:pt idx="4708">15804</cx:pt>
          <cx:pt idx="4709">15804</cx:pt>
          <cx:pt idx="4710">15804</cx:pt>
          <cx:pt idx="4711">15804</cx:pt>
          <cx:pt idx="4712">15804</cx:pt>
          <cx:pt idx="4713">15804</cx:pt>
          <cx:pt idx="4714">15804</cx:pt>
          <cx:pt idx="4715">15804</cx:pt>
          <cx:pt idx="4716">15804</cx:pt>
          <cx:pt idx="4717">15804</cx:pt>
          <cx:pt idx="4718">15804</cx:pt>
          <cx:pt idx="4719">15804</cx:pt>
          <cx:pt idx="4720">15804</cx:pt>
          <cx:pt idx="4721">15804</cx:pt>
          <cx:pt idx="4722">15804</cx:pt>
          <cx:pt idx="4723">15804</cx:pt>
          <cx:pt idx="4724">15804</cx:pt>
          <cx:pt idx="4725">15804</cx:pt>
          <cx:pt idx="4726">15804</cx:pt>
          <cx:pt idx="4727">15804</cx:pt>
          <cx:pt idx="4728">15804</cx:pt>
          <cx:pt idx="4729">15804</cx:pt>
          <cx:pt idx="4730">15804</cx:pt>
          <cx:pt idx="4731">15804</cx:pt>
          <cx:pt idx="4732">15804</cx:pt>
          <cx:pt idx="4733">15804</cx:pt>
          <cx:pt idx="4734">15804</cx:pt>
          <cx:pt idx="4735">15804</cx:pt>
          <cx:pt idx="4736">15804</cx:pt>
          <cx:pt idx="4737">15804</cx:pt>
          <cx:pt idx="4738">15804</cx:pt>
          <cx:pt idx="4739">15804</cx:pt>
          <cx:pt idx="4740">15804</cx:pt>
          <cx:pt idx="4741">15804</cx:pt>
          <cx:pt idx="4742">15804</cx:pt>
          <cx:pt idx="4743">15804</cx:pt>
          <cx:pt idx="4744">15804</cx:pt>
          <cx:pt idx="4745">15804</cx:pt>
          <cx:pt idx="4746">15804</cx:pt>
          <cx:pt idx="4747">15804</cx:pt>
          <cx:pt idx="4748">15804</cx:pt>
          <cx:pt idx="4749">15804</cx:pt>
          <cx:pt idx="4750">15804</cx:pt>
          <cx:pt idx="4751">15804</cx:pt>
          <cx:pt idx="4752">15804</cx:pt>
          <cx:pt idx="4753">15804</cx:pt>
          <cx:pt idx="4754">15804</cx:pt>
          <cx:pt idx="4755">15804</cx:pt>
          <cx:pt idx="4756">15804</cx:pt>
          <cx:pt idx="4757">15804</cx:pt>
          <cx:pt idx="4758">15804</cx:pt>
          <cx:pt idx="4759">15804</cx:pt>
          <cx:pt idx="4760">15804</cx:pt>
          <cx:pt idx="4761">15804</cx:pt>
          <cx:pt idx="4762">15804</cx:pt>
          <cx:pt idx="4763">15804</cx:pt>
          <cx:pt idx="4764">15804</cx:pt>
          <cx:pt idx="4765">15804</cx:pt>
          <cx:pt idx="4766">15804</cx:pt>
          <cx:pt idx="4767">15804</cx:pt>
          <cx:pt idx="4768">15804</cx:pt>
          <cx:pt idx="4769">15804</cx:pt>
          <cx:pt idx="4770">15804</cx:pt>
          <cx:pt idx="4771">15804</cx:pt>
          <cx:pt idx="4772">15804</cx:pt>
          <cx:pt idx="4773">15804</cx:pt>
          <cx:pt idx="4774">15804</cx:pt>
          <cx:pt idx="4775">15804</cx:pt>
          <cx:pt idx="4776">15804</cx:pt>
          <cx:pt idx="4777">15804</cx:pt>
          <cx:pt idx="4778">15804</cx:pt>
          <cx:pt idx="4779">15804</cx:pt>
          <cx:pt idx="4780">15804</cx:pt>
          <cx:pt idx="4781">15804</cx:pt>
          <cx:pt idx="4782">15804</cx:pt>
          <cx:pt idx="4783">15804</cx:pt>
          <cx:pt idx="4784">15804</cx:pt>
          <cx:pt idx="4785">15804</cx:pt>
          <cx:pt idx="4786">15804</cx:pt>
          <cx:pt idx="4787">15804</cx:pt>
          <cx:pt idx="4788">15804</cx:pt>
          <cx:pt idx="4789">15804</cx:pt>
          <cx:pt idx="4790">15804</cx:pt>
          <cx:pt idx="4791">15804</cx:pt>
          <cx:pt idx="4792">15804</cx:pt>
          <cx:pt idx="4793">15804</cx:pt>
          <cx:pt idx="4794">15804</cx:pt>
          <cx:pt idx="4795">15804</cx:pt>
          <cx:pt idx="4796">15804</cx:pt>
          <cx:pt idx="4797">15804</cx:pt>
          <cx:pt idx="4798">15804</cx:pt>
          <cx:pt idx="4799">15804</cx:pt>
          <cx:pt idx="4800">15804</cx:pt>
          <cx:pt idx="4801">15804</cx:pt>
          <cx:pt idx="4802">15804</cx:pt>
          <cx:pt idx="4803">15804</cx:pt>
          <cx:pt idx="4804">15804</cx:pt>
          <cx:pt idx="4805">15804</cx:pt>
          <cx:pt idx="4806">15804</cx:pt>
          <cx:pt idx="4807">15804</cx:pt>
          <cx:pt idx="4808">15804</cx:pt>
          <cx:pt idx="4809">15804</cx:pt>
          <cx:pt idx="4810">15804</cx:pt>
          <cx:pt idx="4811">15804</cx:pt>
          <cx:pt idx="4812">15804</cx:pt>
          <cx:pt idx="4813">16339</cx:pt>
          <cx:pt idx="4814">16339</cx:pt>
          <cx:pt idx="4815">16339</cx:pt>
          <cx:pt idx="4816">16339</cx:pt>
          <cx:pt idx="4817">16339</cx:pt>
          <cx:pt idx="4818">16339</cx:pt>
          <cx:pt idx="4819">16339</cx:pt>
          <cx:pt idx="4820">16339</cx:pt>
          <cx:pt idx="4821">16339</cx:pt>
          <cx:pt idx="4822">16339</cx:pt>
          <cx:pt idx="4823">16339</cx:pt>
          <cx:pt idx="4824">16339</cx:pt>
          <cx:pt idx="4825">16339</cx:pt>
          <cx:pt idx="4826">16339</cx:pt>
          <cx:pt idx="4827">16339</cx:pt>
          <cx:pt idx="4828">16339</cx:pt>
          <cx:pt idx="4829">16339</cx:pt>
          <cx:pt idx="4830">16339</cx:pt>
          <cx:pt idx="4831">16339</cx:pt>
          <cx:pt idx="4832">16339</cx:pt>
          <cx:pt idx="4833">16339</cx:pt>
          <cx:pt idx="4834">16339</cx:pt>
          <cx:pt idx="4835">16339</cx:pt>
          <cx:pt idx="4836">16339</cx:pt>
          <cx:pt idx="4837">16339</cx:pt>
          <cx:pt idx="4838">16339</cx:pt>
          <cx:pt idx="4839">16339</cx:pt>
          <cx:pt idx="4840">16339</cx:pt>
          <cx:pt idx="4841">16339</cx:pt>
          <cx:pt idx="4842">16339</cx:pt>
          <cx:pt idx="4843">16339</cx:pt>
          <cx:pt idx="4844">16339</cx:pt>
          <cx:pt idx="4845">16339</cx:pt>
          <cx:pt idx="4846">16339</cx:pt>
          <cx:pt idx="4847">16339</cx:pt>
          <cx:pt idx="4848">16339</cx:pt>
          <cx:pt idx="4849">16339</cx:pt>
          <cx:pt idx="4850">16339</cx:pt>
          <cx:pt idx="4851">16339</cx:pt>
          <cx:pt idx="4852">16339</cx:pt>
          <cx:pt idx="4853">16339</cx:pt>
          <cx:pt idx="4854">16339</cx:pt>
          <cx:pt idx="4855">16339</cx:pt>
          <cx:pt idx="4856">16339</cx:pt>
          <cx:pt idx="4857">16339</cx:pt>
          <cx:pt idx="4858">16339</cx:pt>
          <cx:pt idx="4859">16339</cx:pt>
          <cx:pt idx="4860">16339</cx:pt>
          <cx:pt idx="4861">16339</cx:pt>
          <cx:pt idx="4862">16339</cx:pt>
          <cx:pt idx="4863">16339</cx:pt>
          <cx:pt idx="4864">16339</cx:pt>
          <cx:pt idx="4865">16339</cx:pt>
          <cx:pt idx="4866">16339</cx:pt>
          <cx:pt idx="4867">16339</cx:pt>
          <cx:pt idx="4868">16339</cx:pt>
          <cx:pt idx="4869">16339</cx:pt>
          <cx:pt idx="4870">16339</cx:pt>
          <cx:pt idx="4871">16339</cx:pt>
          <cx:pt idx="4872">16339</cx:pt>
          <cx:pt idx="4873">16339</cx:pt>
          <cx:pt idx="4874">16339</cx:pt>
          <cx:pt idx="4875">16339</cx:pt>
          <cx:pt idx="4876">16339</cx:pt>
          <cx:pt idx="4877">16339</cx:pt>
          <cx:pt idx="4878">16339</cx:pt>
          <cx:pt idx="4879">16339</cx:pt>
          <cx:pt idx="4880">16339</cx:pt>
          <cx:pt idx="4881">16339</cx:pt>
          <cx:pt idx="4882">16339</cx:pt>
          <cx:pt idx="4883">16339</cx:pt>
          <cx:pt idx="4884">16339</cx:pt>
          <cx:pt idx="4885">16339</cx:pt>
          <cx:pt idx="4886">16339</cx:pt>
          <cx:pt idx="4887">16339</cx:pt>
          <cx:pt idx="4888">16339</cx:pt>
          <cx:pt idx="4889">16339</cx:pt>
          <cx:pt idx="4890">16339</cx:pt>
          <cx:pt idx="4891">16339</cx:pt>
          <cx:pt idx="4892">16339</cx:pt>
          <cx:pt idx="4893">16339</cx:pt>
          <cx:pt idx="4894">16339</cx:pt>
          <cx:pt idx="4895">16339</cx:pt>
          <cx:pt idx="4896">16339</cx:pt>
          <cx:pt idx="4897">16339</cx:pt>
          <cx:pt idx="4898">16339</cx:pt>
          <cx:pt idx="4899">16339</cx:pt>
          <cx:pt idx="4900">16339</cx:pt>
          <cx:pt idx="4901">16339</cx:pt>
          <cx:pt idx="4902">16339</cx:pt>
          <cx:pt idx="4903">16339</cx:pt>
          <cx:pt idx="4904">16339</cx:pt>
          <cx:pt idx="4905">16339</cx:pt>
          <cx:pt idx="4906">16339</cx:pt>
          <cx:pt idx="4907">16339</cx:pt>
          <cx:pt idx="4908">16339</cx:pt>
          <cx:pt idx="4909">16339</cx:pt>
          <cx:pt idx="4910">16339</cx:pt>
          <cx:pt idx="4911">16339</cx:pt>
          <cx:pt idx="4912">16339</cx:pt>
          <cx:pt idx="4913">16339</cx:pt>
          <cx:pt idx="4914">16339</cx:pt>
          <cx:pt idx="4915">16339</cx:pt>
          <cx:pt idx="4916">16339</cx:pt>
          <cx:pt idx="4917">16339</cx:pt>
          <cx:pt idx="4918">16339</cx:pt>
          <cx:pt idx="4919">16339</cx:pt>
          <cx:pt idx="4920">16339</cx:pt>
          <cx:pt idx="4921">16339</cx:pt>
          <cx:pt idx="4922">16339</cx:pt>
          <cx:pt idx="4923">16339</cx:pt>
          <cx:pt idx="4924">16339</cx:pt>
          <cx:pt idx="4925">16339</cx:pt>
          <cx:pt idx="4926">16339</cx:pt>
          <cx:pt idx="4927">16339</cx:pt>
          <cx:pt idx="4928">16339</cx:pt>
          <cx:pt idx="4929">16339</cx:pt>
          <cx:pt idx="4930">16339</cx:pt>
          <cx:pt idx="4931">16339</cx:pt>
          <cx:pt idx="4932">16339</cx:pt>
          <cx:pt idx="4933">16339</cx:pt>
          <cx:pt idx="4934">16339</cx:pt>
          <cx:pt idx="4935">16339</cx:pt>
          <cx:pt idx="4936">16339</cx:pt>
          <cx:pt idx="4937">16339</cx:pt>
          <cx:pt idx="4938">16339</cx:pt>
          <cx:pt idx="4939">16339</cx:pt>
          <cx:pt idx="4940">16339</cx:pt>
          <cx:pt idx="4941">16339</cx:pt>
          <cx:pt idx="4942">16339</cx:pt>
          <cx:pt idx="4943">16339</cx:pt>
          <cx:pt idx="4944">16339</cx:pt>
          <cx:pt idx="4945">16339</cx:pt>
          <cx:pt idx="4946">16339</cx:pt>
          <cx:pt idx="4947">16339</cx:pt>
          <cx:pt idx="4948">16339</cx:pt>
          <cx:pt idx="4949">16339</cx:pt>
          <cx:pt idx="4950">16339</cx:pt>
          <cx:pt idx="4951">16339</cx:pt>
          <cx:pt idx="4952">16339</cx:pt>
          <cx:pt idx="4953">16339</cx:pt>
          <cx:pt idx="4954">16339</cx:pt>
          <cx:pt idx="4955">16339</cx:pt>
          <cx:pt idx="4956">16339</cx:pt>
          <cx:pt idx="4957">16339</cx:pt>
          <cx:pt idx="4958">16339</cx:pt>
          <cx:pt idx="4959">16339</cx:pt>
          <cx:pt idx="4960">16339</cx:pt>
          <cx:pt idx="4961">16339</cx:pt>
          <cx:pt idx="4962">16339</cx:pt>
          <cx:pt idx="4963">16339</cx:pt>
          <cx:pt idx="4964">16339</cx:pt>
          <cx:pt idx="4965">16339</cx:pt>
          <cx:pt idx="4966">16339</cx:pt>
          <cx:pt idx="4967">16339</cx:pt>
          <cx:pt idx="4968">16339</cx:pt>
          <cx:pt idx="4969">16339</cx:pt>
          <cx:pt idx="4970">16339</cx:pt>
          <cx:pt idx="4971">16339</cx:pt>
          <cx:pt idx="4972">16339</cx:pt>
          <cx:pt idx="4973">16339</cx:pt>
          <cx:pt idx="4974">16339</cx:pt>
          <cx:pt idx="4975">16339</cx:pt>
          <cx:pt idx="4976">16339</cx:pt>
          <cx:pt idx="4977">16339</cx:pt>
          <cx:pt idx="4978">16339</cx:pt>
          <cx:pt idx="4979">16339</cx:pt>
          <cx:pt idx="4980">16339</cx:pt>
          <cx:pt idx="4981">16339</cx:pt>
          <cx:pt idx="4982">16339</cx:pt>
          <cx:pt idx="4983">16339</cx:pt>
          <cx:pt idx="4984">16339</cx:pt>
          <cx:pt idx="4985">16339</cx:pt>
          <cx:pt idx="4986">16339</cx:pt>
          <cx:pt idx="4987">16339</cx:pt>
          <cx:pt idx="4988">16339</cx:pt>
          <cx:pt idx="4989">16339</cx:pt>
          <cx:pt idx="4990">16339</cx:pt>
          <cx:pt idx="4991">16339</cx:pt>
          <cx:pt idx="4992">16339</cx:pt>
          <cx:pt idx="4993">16339</cx:pt>
          <cx:pt idx="4994">16339</cx:pt>
          <cx:pt idx="4995">16339</cx:pt>
          <cx:pt idx="4996">16339</cx:pt>
          <cx:pt idx="4997">16339</cx:pt>
          <cx:pt idx="4998">16339</cx:pt>
          <cx:pt idx="4999">16339</cx:pt>
          <cx:pt idx="5000">16339</cx:pt>
          <cx:pt idx="5001">16339</cx:pt>
          <cx:pt idx="5002">16339</cx:pt>
          <cx:pt idx="5003">16339</cx:pt>
          <cx:pt idx="5004">16339</cx:pt>
          <cx:pt idx="5005">16339</cx:pt>
          <cx:pt idx="5006">16339</cx:pt>
          <cx:pt idx="5007">16339</cx:pt>
          <cx:pt idx="5008">16339</cx:pt>
          <cx:pt idx="5009">16339</cx:pt>
          <cx:pt idx="5010">16339</cx:pt>
          <cx:pt idx="5011">16339</cx:pt>
          <cx:pt idx="5012">16339</cx:pt>
          <cx:pt idx="5013">16339</cx:pt>
          <cx:pt idx="5014">16339</cx:pt>
          <cx:pt idx="5015">16339</cx:pt>
          <cx:pt idx="5016">16339</cx:pt>
          <cx:pt idx="5017">16339</cx:pt>
          <cx:pt idx="5018">16339</cx:pt>
          <cx:pt idx="5019">16339</cx:pt>
          <cx:pt idx="5020">16339</cx:pt>
          <cx:pt idx="5021">16339</cx:pt>
          <cx:pt idx="5022">16339</cx:pt>
          <cx:pt idx="5023">16339</cx:pt>
          <cx:pt idx="5024">16339</cx:pt>
          <cx:pt idx="5025">16339</cx:pt>
          <cx:pt idx="5026">16339</cx:pt>
          <cx:pt idx="5027">16339</cx:pt>
          <cx:pt idx="5028">16339</cx:pt>
          <cx:pt idx="5029">16339</cx:pt>
          <cx:pt idx="5030">16339</cx:pt>
          <cx:pt idx="5031">16339</cx:pt>
          <cx:pt idx="5032">16339</cx:pt>
          <cx:pt idx="5033">16339</cx:pt>
          <cx:pt idx="5034">16339</cx:pt>
          <cx:pt idx="5035">16339</cx:pt>
          <cx:pt idx="5036">16339</cx:pt>
          <cx:pt idx="5037">16339</cx:pt>
          <cx:pt idx="5038">16339</cx:pt>
          <cx:pt idx="5039">16339</cx:pt>
          <cx:pt idx="5040">16339</cx:pt>
          <cx:pt idx="5041">16875</cx:pt>
          <cx:pt idx="5042">16875</cx:pt>
          <cx:pt idx="5043">16875</cx:pt>
          <cx:pt idx="5044">16875</cx:pt>
          <cx:pt idx="5045">16875</cx:pt>
          <cx:pt idx="5046">16875</cx:pt>
          <cx:pt idx="5047">16875</cx:pt>
          <cx:pt idx="5048">16875</cx:pt>
          <cx:pt idx="5049">16875</cx:pt>
          <cx:pt idx="5050">16875</cx:pt>
          <cx:pt idx="5051">16875</cx:pt>
          <cx:pt idx="5052">16875</cx:pt>
          <cx:pt idx="5053">16875</cx:pt>
          <cx:pt idx="5054">16875</cx:pt>
          <cx:pt idx="5055">16875</cx:pt>
          <cx:pt idx="5056">16875</cx:pt>
          <cx:pt idx="5057">16875</cx:pt>
          <cx:pt idx="5058">16875</cx:pt>
          <cx:pt idx="5059">16875</cx:pt>
          <cx:pt idx="5060">16875</cx:pt>
          <cx:pt idx="5061">16875</cx:pt>
          <cx:pt idx="5062">16875</cx:pt>
          <cx:pt idx="5063">16875</cx:pt>
          <cx:pt idx="5064">16875</cx:pt>
          <cx:pt idx="5065">16875</cx:pt>
          <cx:pt idx="5066">16875</cx:pt>
          <cx:pt idx="5067">16875</cx:pt>
          <cx:pt idx="5068">16875</cx:pt>
          <cx:pt idx="5069">16875</cx:pt>
          <cx:pt idx="5070">16875</cx:pt>
          <cx:pt idx="5071">16875</cx:pt>
          <cx:pt idx="5072">16875</cx:pt>
          <cx:pt idx="5073">16875</cx:pt>
          <cx:pt idx="5074">16875</cx:pt>
          <cx:pt idx="5075">16875</cx:pt>
          <cx:pt idx="5076">16875</cx:pt>
          <cx:pt idx="5077">16875</cx:pt>
          <cx:pt idx="5078">16875</cx:pt>
          <cx:pt idx="5079">16875</cx:pt>
          <cx:pt idx="5080">16875</cx:pt>
          <cx:pt idx="5081">16875</cx:pt>
          <cx:pt idx="5082">16875</cx:pt>
          <cx:pt idx="5083">16875</cx:pt>
          <cx:pt idx="5084">16875</cx:pt>
          <cx:pt idx="5085">16875</cx:pt>
          <cx:pt idx="5086">16875</cx:pt>
          <cx:pt idx="5087">16875</cx:pt>
          <cx:pt idx="5088">16875</cx:pt>
          <cx:pt idx="5089">16875</cx:pt>
          <cx:pt idx="5090">16875</cx:pt>
          <cx:pt idx="5091">16875</cx:pt>
          <cx:pt idx="5092">16875</cx:pt>
          <cx:pt idx="5093">16875</cx:pt>
          <cx:pt idx="5094">16875</cx:pt>
          <cx:pt idx="5095">16875</cx:pt>
          <cx:pt idx="5096">16875</cx:pt>
          <cx:pt idx="5097">16875</cx:pt>
          <cx:pt idx="5098">16875</cx:pt>
          <cx:pt idx="5099">16875</cx:pt>
          <cx:pt idx="5100">16875</cx:pt>
          <cx:pt idx="5101">16875</cx:pt>
          <cx:pt idx="5102">16875</cx:pt>
          <cx:pt idx="5103">16875</cx:pt>
          <cx:pt idx="5104">16875</cx:pt>
          <cx:pt idx="5105">16875</cx:pt>
          <cx:pt idx="5106">16875</cx:pt>
          <cx:pt idx="5107">16875</cx:pt>
          <cx:pt idx="5108">16875</cx:pt>
          <cx:pt idx="5109">16875</cx:pt>
          <cx:pt idx="5110">16875</cx:pt>
          <cx:pt idx="5111">16875</cx:pt>
          <cx:pt idx="5112">16875</cx:pt>
          <cx:pt idx="5113">16875</cx:pt>
          <cx:pt idx="5114">16875</cx:pt>
          <cx:pt idx="5115">16875</cx:pt>
          <cx:pt idx="5116">16875</cx:pt>
          <cx:pt idx="5117">16875</cx:pt>
          <cx:pt idx="5118">16875</cx:pt>
          <cx:pt idx="5119">16875</cx:pt>
          <cx:pt idx="5120">16875</cx:pt>
          <cx:pt idx="5121">16875</cx:pt>
          <cx:pt idx="5122">16875</cx:pt>
          <cx:pt idx="5123">16875</cx:pt>
          <cx:pt idx="5124">16875</cx:pt>
          <cx:pt idx="5125">16875</cx:pt>
          <cx:pt idx="5126">16875</cx:pt>
          <cx:pt idx="5127">16875</cx:pt>
          <cx:pt idx="5128">16875</cx:pt>
          <cx:pt idx="5129">16875</cx:pt>
          <cx:pt idx="5130">16875</cx:pt>
          <cx:pt idx="5131">16875</cx:pt>
          <cx:pt idx="5132">16875</cx:pt>
          <cx:pt idx="5133">16875</cx:pt>
          <cx:pt idx="5134">16875</cx:pt>
          <cx:pt idx="5135">16875</cx:pt>
          <cx:pt idx="5136">16875</cx:pt>
          <cx:pt idx="5137">16875</cx:pt>
          <cx:pt idx="5138">16875</cx:pt>
          <cx:pt idx="5139">16875</cx:pt>
          <cx:pt idx="5140">16875</cx:pt>
          <cx:pt idx="5141">16875</cx:pt>
          <cx:pt idx="5142">16875</cx:pt>
          <cx:pt idx="5143">16875</cx:pt>
          <cx:pt idx="5144">16875</cx:pt>
          <cx:pt idx="5145">16875</cx:pt>
          <cx:pt idx="5146">16875</cx:pt>
          <cx:pt idx="5147">16875</cx:pt>
          <cx:pt idx="5148">16875</cx:pt>
          <cx:pt idx="5149">16875</cx:pt>
          <cx:pt idx="5150">16875</cx:pt>
          <cx:pt idx="5151">16875</cx:pt>
          <cx:pt idx="5152">16875</cx:pt>
          <cx:pt idx="5153">16875</cx:pt>
          <cx:pt idx="5154">16875</cx:pt>
          <cx:pt idx="5155">16875</cx:pt>
          <cx:pt idx="5156">16875</cx:pt>
          <cx:pt idx="5157">16875</cx:pt>
          <cx:pt idx="5158">16875</cx:pt>
          <cx:pt idx="5159">16875</cx:pt>
          <cx:pt idx="5160">16875</cx:pt>
          <cx:pt idx="5161">16875</cx:pt>
          <cx:pt idx="5162">16875</cx:pt>
          <cx:pt idx="5163">16875</cx:pt>
          <cx:pt idx="5164">16875</cx:pt>
          <cx:pt idx="5165">16875</cx:pt>
          <cx:pt idx="5166">16875</cx:pt>
          <cx:pt idx="5167">16875</cx:pt>
          <cx:pt idx="5168">16875</cx:pt>
          <cx:pt idx="5169">16875</cx:pt>
          <cx:pt idx="5170">16875</cx:pt>
          <cx:pt idx="5171">16875</cx:pt>
          <cx:pt idx="5172">16875</cx:pt>
          <cx:pt idx="5173">16875</cx:pt>
          <cx:pt idx="5174">16875</cx:pt>
          <cx:pt idx="5175">16875</cx:pt>
          <cx:pt idx="5176">16875</cx:pt>
          <cx:pt idx="5177">16875</cx:pt>
          <cx:pt idx="5178">16875</cx:pt>
          <cx:pt idx="5179">16875</cx:pt>
          <cx:pt idx="5180">16875</cx:pt>
          <cx:pt idx="5181">16875</cx:pt>
          <cx:pt idx="5182">16875</cx:pt>
          <cx:pt idx="5183">16875</cx:pt>
          <cx:pt idx="5184">16875</cx:pt>
          <cx:pt idx="5185">16875</cx:pt>
          <cx:pt idx="5186">16875</cx:pt>
          <cx:pt idx="5187">16875</cx:pt>
          <cx:pt idx="5188">16875</cx:pt>
          <cx:pt idx="5189">16875</cx:pt>
          <cx:pt idx="5190">16875</cx:pt>
          <cx:pt idx="5191">16875</cx:pt>
          <cx:pt idx="5192">16875</cx:pt>
          <cx:pt idx="5193">16875</cx:pt>
          <cx:pt idx="5194">16875</cx:pt>
          <cx:pt idx="5195">16875</cx:pt>
          <cx:pt idx="5196">16875</cx:pt>
          <cx:pt idx="5197">16875</cx:pt>
          <cx:pt idx="5198">16875</cx:pt>
          <cx:pt idx="5199">16875</cx:pt>
          <cx:pt idx="5200">16875</cx:pt>
          <cx:pt idx="5201">16875</cx:pt>
          <cx:pt idx="5202">16875</cx:pt>
          <cx:pt idx="5203">16875</cx:pt>
          <cx:pt idx="5204">16875</cx:pt>
          <cx:pt idx="5205">16875</cx:pt>
          <cx:pt idx="5206">16875</cx:pt>
          <cx:pt idx="5207">16875</cx:pt>
          <cx:pt idx="5208">16875</cx:pt>
          <cx:pt idx="5209">16875</cx:pt>
          <cx:pt idx="5210">16875</cx:pt>
          <cx:pt idx="5211">16875</cx:pt>
          <cx:pt idx="5212">16875</cx:pt>
          <cx:pt idx="5213">16875</cx:pt>
          <cx:pt idx="5214">16875</cx:pt>
          <cx:pt idx="5215">16875</cx:pt>
          <cx:pt idx="5216">16875</cx:pt>
          <cx:pt idx="5217">16875</cx:pt>
          <cx:pt idx="5218">16875</cx:pt>
          <cx:pt idx="5219">16875</cx:pt>
          <cx:pt idx="5220">16875</cx:pt>
          <cx:pt idx="5221">16875</cx:pt>
          <cx:pt idx="5222">16875</cx:pt>
          <cx:pt idx="5223">16875</cx:pt>
          <cx:pt idx="5224">16875</cx:pt>
          <cx:pt idx="5225">16875</cx:pt>
          <cx:pt idx="5226">16875</cx:pt>
          <cx:pt idx="5227">16875</cx:pt>
          <cx:pt idx="5228">16875</cx:pt>
          <cx:pt idx="5229">16875</cx:pt>
          <cx:pt idx="5230">16875</cx:pt>
          <cx:pt idx="5231">16875</cx:pt>
          <cx:pt idx="5232">16875</cx:pt>
          <cx:pt idx="5233">16875</cx:pt>
          <cx:pt idx="5234">16875</cx:pt>
          <cx:pt idx="5235">16875</cx:pt>
          <cx:pt idx="5236">16875</cx:pt>
          <cx:pt idx="5237">16875</cx:pt>
          <cx:pt idx="5238">16875</cx:pt>
          <cx:pt idx="5239">16875</cx:pt>
          <cx:pt idx="5240">16875</cx:pt>
          <cx:pt idx="5241">16875</cx:pt>
          <cx:pt idx="5242">16875</cx:pt>
          <cx:pt idx="5243">16875</cx:pt>
          <cx:pt idx="5244">16875</cx:pt>
          <cx:pt idx="5245">16875</cx:pt>
          <cx:pt idx="5246">16875</cx:pt>
          <cx:pt idx="5247">16875</cx:pt>
          <cx:pt idx="5248">16875</cx:pt>
          <cx:pt idx="5249">16875</cx:pt>
          <cx:pt idx="5250">16875</cx:pt>
          <cx:pt idx="5251">16875</cx:pt>
          <cx:pt idx="5252">16875</cx:pt>
          <cx:pt idx="5253">16875</cx:pt>
          <cx:pt idx="5254">16875</cx:pt>
          <cx:pt idx="5255">16875</cx:pt>
          <cx:pt idx="5256">16875</cx:pt>
          <cx:pt idx="5257">16875</cx:pt>
          <cx:pt idx="5258">16875</cx:pt>
          <cx:pt idx="5259">16875</cx:pt>
          <cx:pt idx="5260">16875</cx:pt>
          <cx:pt idx="5261">16875</cx:pt>
          <cx:pt idx="5262">16875</cx:pt>
          <cx:pt idx="5263">16875</cx:pt>
          <cx:pt idx="5264">16875</cx:pt>
          <cx:pt idx="5265">16875</cx:pt>
          <cx:pt idx="5266">16875</cx:pt>
          <cx:pt idx="5267">16875</cx:pt>
          <cx:pt idx="5268">16875</cx:pt>
          <cx:pt idx="5269">16875</cx:pt>
          <cx:pt idx="5270">16875</cx:pt>
          <cx:pt idx="5271">16875</cx:pt>
          <cx:pt idx="5272">16875</cx:pt>
          <cx:pt idx="5273">16875</cx:pt>
          <cx:pt idx="5274">16875</cx:pt>
          <cx:pt idx="5275">16875</cx:pt>
          <cx:pt idx="5276">16875</cx:pt>
          <cx:pt idx="5277">16875</cx:pt>
          <cx:pt idx="5278">16875</cx:pt>
          <cx:pt idx="5279">16875</cx:pt>
          <cx:pt idx="5280">16875</cx:pt>
          <cx:pt idx="5281">16875</cx:pt>
          <cx:pt idx="5282">16875</cx:pt>
          <cx:pt idx="5283">16875</cx:pt>
          <cx:pt idx="5284">16875</cx:pt>
          <cx:pt idx="5285">16875</cx:pt>
          <cx:pt idx="5286">16875</cx:pt>
          <cx:pt idx="5287">16875</cx:pt>
          <cx:pt idx="5288">16875</cx:pt>
          <cx:pt idx="5289">16875</cx:pt>
          <cx:pt idx="5290">16875</cx:pt>
          <cx:pt idx="5291">16875</cx:pt>
          <cx:pt idx="5292">16875</cx:pt>
          <cx:pt idx="5293">17411</cx:pt>
          <cx:pt idx="5294">17411</cx:pt>
          <cx:pt idx="5295">17411</cx:pt>
          <cx:pt idx="5296">17411</cx:pt>
          <cx:pt idx="5297">17411</cx:pt>
          <cx:pt idx="5298">17411</cx:pt>
          <cx:pt idx="5299">17411</cx:pt>
          <cx:pt idx="5300">17411</cx:pt>
          <cx:pt idx="5301">17411</cx:pt>
          <cx:pt idx="5302">17411</cx:pt>
          <cx:pt idx="5303">17411</cx:pt>
          <cx:pt idx="5304">17411</cx:pt>
          <cx:pt idx="5305">17411</cx:pt>
          <cx:pt idx="5306">17411</cx:pt>
          <cx:pt idx="5307">17411</cx:pt>
          <cx:pt idx="5308">17411</cx:pt>
          <cx:pt idx="5309">17411</cx:pt>
          <cx:pt idx="5310">17411</cx:pt>
          <cx:pt idx="5311">17411</cx:pt>
          <cx:pt idx="5312">17411</cx:pt>
          <cx:pt idx="5313">17411</cx:pt>
          <cx:pt idx="5314">17411</cx:pt>
          <cx:pt idx="5315">17411</cx:pt>
          <cx:pt idx="5316">17411</cx:pt>
          <cx:pt idx="5317">17411</cx:pt>
          <cx:pt idx="5318">17411</cx:pt>
          <cx:pt idx="5319">17411</cx:pt>
          <cx:pt idx="5320">17411</cx:pt>
          <cx:pt idx="5321">17411</cx:pt>
          <cx:pt idx="5322">17411</cx:pt>
          <cx:pt idx="5323">17411</cx:pt>
          <cx:pt idx="5324">17411</cx:pt>
          <cx:pt idx="5325">17411</cx:pt>
          <cx:pt idx="5326">17411</cx:pt>
          <cx:pt idx="5327">17411</cx:pt>
          <cx:pt idx="5328">17411</cx:pt>
          <cx:pt idx="5329">17411</cx:pt>
          <cx:pt idx="5330">17411</cx:pt>
          <cx:pt idx="5331">17411</cx:pt>
          <cx:pt idx="5332">17411</cx:pt>
          <cx:pt idx="5333">17411</cx:pt>
          <cx:pt idx="5334">17411</cx:pt>
          <cx:pt idx="5335">17411</cx:pt>
          <cx:pt idx="5336">17411</cx:pt>
          <cx:pt idx="5337">17411</cx:pt>
          <cx:pt idx="5338">17411</cx:pt>
          <cx:pt idx="5339">17411</cx:pt>
          <cx:pt idx="5340">17411</cx:pt>
          <cx:pt idx="5341">17411</cx:pt>
          <cx:pt idx="5342">17411</cx:pt>
          <cx:pt idx="5343">17411</cx:pt>
          <cx:pt idx="5344">17411</cx:pt>
          <cx:pt idx="5345">17411</cx:pt>
          <cx:pt idx="5346">17411</cx:pt>
          <cx:pt idx="5347">17411</cx:pt>
          <cx:pt idx="5348">17411</cx:pt>
          <cx:pt idx="5349">17411</cx:pt>
          <cx:pt idx="5350">17411</cx:pt>
          <cx:pt idx="5351">17411</cx:pt>
          <cx:pt idx="5352">17411</cx:pt>
          <cx:pt idx="5353">17411</cx:pt>
          <cx:pt idx="5354">17411</cx:pt>
          <cx:pt idx="5355">17411</cx:pt>
          <cx:pt idx="5356">17411</cx:pt>
          <cx:pt idx="5357">17411</cx:pt>
          <cx:pt idx="5358">17411</cx:pt>
          <cx:pt idx="5359">17411</cx:pt>
          <cx:pt idx="5360">17411</cx:pt>
          <cx:pt idx="5361">17411</cx:pt>
          <cx:pt idx="5362">17411</cx:pt>
          <cx:pt idx="5363">17411</cx:pt>
          <cx:pt idx="5364">17411</cx:pt>
          <cx:pt idx="5365">17411</cx:pt>
          <cx:pt idx="5366">17411</cx:pt>
          <cx:pt idx="5367">17411</cx:pt>
          <cx:pt idx="5368">17411</cx:pt>
          <cx:pt idx="5369">17411</cx:pt>
          <cx:pt idx="5370">17411</cx:pt>
          <cx:pt idx="5371">17411</cx:pt>
          <cx:pt idx="5372">17411</cx:pt>
          <cx:pt idx="5373">17411</cx:pt>
          <cx:pt idx="5374">17411</cx:pt>
          <cx:pt idx="5375">17411</cx:pt>
          <cx:pt idx="5376">17411</cx:pt>
          <cx:pt idx="5377">17411</cx:pt>
          <cx:pt idx="5378">17411</cx:pt>
          <cx:pt idx="5379">17411</cx:pt>
          <cx:pt idx="5380">17411</cx:pt>
          <cx:pt idx="5381">17411</cx:pt>
          <cx:pt idx="5382">17411</cx:pt>
          <cx:pt idx="5383">17411</cx:pt>
          <cx:pt idx="5384">17411</cx:pt>
          <cx:pt idx="5385">17411</cx:pt>
          <cx:pt idx="5386">17411</cx:pt>
          <cx:pt idx="5387">17411</cx:pt>
          <cx:pt idx="5388">17411</cx:pt>
          <cx:pt idx="5389">17411</cx:pt>
          <cx:pt idx="5390">17411</cx:pt>
          <cx:pt idx="5391">17411</cx:pt>
          <cx:pt idx="5392">17411</cx:pt>
          <cx:pt idx="5393">17411</cx:pt>
          <cx:pt idx="5394">17411</cx:pt>
          <cx:pt idx="5395">17411</cx:pt>
          <cx:pt idx="5396">17411</cx:pt>
          <cx:pt idx="5397">17411</cx:pt>
          <cx:pt idx="5398">17411</cx:pt>
          <cx:pt idx="5399">17411</cx:pt>
          <cx:pt idx="5400">17411</cx:pt>
          <cx:pt idx="5401">17411</cx:pt>
          <cx:pt idx="5402">17411</cx:pt>
          <cx:pt idx="5403">17411</cx:pt>
          <cx:pt idx="5404">17411</cx:pt>
          <cx:pt idx="5405">17411</cx:pt>
          <cx:pt idx="5406">17411</cx:pt>
          <cx:pt idx="5407">17411</cx:pt>
          <cx:pt idx="5408">17411</cx:pt>
          <cx:pt idx="5409">17411</cx:pt>
          <cx:pt idx="5410">17411</cx:pt>
          <cx:pt idx="5411">17411</cx:pt>
          <cx:pt idx="5412">17411</cx:pt>
          <cx:pt idx="5413">17411</cx:pt>
          <cx:pt idx="5414">17411</cx:pt>
          <cx:pt idx="5415">17411</cx:pt>
          <cx:pt idx="5416">17411</cx:pt>
          <cx:pt idx="5417">17411</cx:pt>
          <cx:pt idx="5418">17411</cx:pt>
          <cx:pt idx="5419">17411</cx:pt>
          <cx:pt idx="5420">17411</cx:pt>
          <cx:pt idx="5421">17411</cx:pt>
          <cx:pt idx="5422">17411</cx:pt>
          <cx:pt idx="5423">17411</cx:pt>
          <cx:pt idx="5424">17411</cx:pt>
          <cx:pt idx="5425">17411</cx:pt>
          <cx:pt idx="5426">17411</cx:pt>
          <cx:pt idx="5427">17411</cx:pt>
          <cx:pt idx="5428">17411</cx:pt>
          <cx:pt idx="5429">17411</cx:pt>
          <cx:pt idx="5430">17411</cx:pt>
          <cx:pt idx="5431">17411</cx:pt>
          <cx:pt idx="5432">17411</cx:pt>
          <cx:pt idx="5433">17411</cx:pt>
          <cx:pt idx="5434">17411</cx:pt>
          <cx:pt idx="5435">17411</cx:pt>
          <cx:pt idx="5436">17411</cx:pt>
          <cx:pt idx="5437">17411</cx:pt>
          <cx:pt idx="5438">17411</cx:pt>
          <cx:pt idx="5439">17411</cx:pt>
          <cx:pt idx="5440">17411</cx:pt>
          <cx:pt idx="5441">17411</cx:pt>
          <cx:pt idx="5442">17411</cx:pt>
          <cx:pt idx="5443">17411</cx:pt>
          <cx:pt idx="5444">17411</cx:pt>
          <cx:pt idx="5445">17411</cx:pt>
          <cx:pt idx="5446">17411</cx:pt>
          <cx:pt idx="5447">17411</cx:pt>
          <cx:pt idx="5448">17411</cx:pt>
          <cx:pt idx="5449">17411</cx:pt>
          <cx:pt idx="5450">17411</cx:pt>
          <cx:pt idx="5451">17411</cx:pt>
          <cx:pt idx="5452">17411</cx:pt>
          <cx:pt idx="5453">17411</cx:pt>
          <cx:pt idx="5454">17411</cx:pt>
          <cx:pt idx="5455">17411</cx:pt>
          <cx:pt idx="5456">17411</cx:pt>
          <cx:pt idx="5457">17411</cx:pt>
          <cx:pt idx="5458">17411</cx:pt>
          <cx:pt idx="5459">17411</cx:pt>
          <cx:pt idx="5460">17411</cx:pt>
          <cx:pt idx="5461">17411</cx:pt>
          <cx:pt idx="5462">17411</cx:pt>
          <cx:pt idx="5463">17411</cx:pt>
          <cx:pt idx="5464">17411</cx:pt>
          <cx:pt idx="5465">17411</cx:pt>
          <cx:pt idx="5466">17411</cx:pt>
          <cx:pt idx="5467">17411</cx:pt>
          <cx:pt idx="5468">17411</cx:pt>
          <cx:pt idx="5469">17411</cx:pt>
          <cx:pt idx="5470">17411</cx:pt>
          <cx:pt idx="5471">17411</cx:pt>
          <cx:pt idx="5472">17411</cx:pt>
          <cx:pt idx="5473">17411</cx:pt>
          <cx:pt idx="5474">17411</cx:pt>
          <cx:pt idx="5475">17411</cx:pt>
          <cx:pt idx="5476">17411</cx:pt>
          <cx:pt idx="5477">17411</cx:pt>
          <cx:pt idx="5478">17411</cx:pt>
          <cx:pt idx="5479">17411</cx:pt>
          <cx:pt idx="5480">17411</cx:pt>
          <cx:pt idx="5481">17411</cx:pt>
          <cx:pt idx="5482">17411</cx:pt>
          <cx:pt idx="5483">17411</cx:pt>
          <cx:pt idx="5484">17411</cx:pt>
          <cx:pt idx="5485">17411</cx:pt>
          <cx:pt idx="5486">17411</cx:pt>
          <cx:pt idx="5487">17411</cx:pt>
          <cx:pt idx="5488">17411</cx:pt>
          <cx:pt idx="5489">17411</cx:pt>
          <cx:pt idx="5490">17411</cx:pt>
          <cx:pt idx="5491">17411</cx:pt>
          <cx:pt idx="5492">17411</cx:pt>
          <cx:pt idx="5493">17411</cx:pt>
          <cx:pt idx="5494">17411</cx:pt>
          <cx:pt idx="5495">17411</cx:pt>
          <cx:pt idx="5496">17411</cx:pt>
          <cx:pt idx="5497">17411</cx:pt>
          <cx:pt idx="5498">17411</cx:pt>
          <cx:pt idx="5499">17411</cx:pt>
          <cx:pt idx="5500">17411</cx:pt>
          <cx:pt idx="5501">17411</cx:pt>
          <cx:pt idx="5502">17411</cx:pt>
          <cx:pt idx="5503">17411</cx:pt>
          <cx:pt idx="5504">17411</cx:pt>
          <cx:pt idx="5505">17411</cx:pt>
          <cx:pt idx="5506">17411</cx:pt>
          <cx:pt idx="5507">17411</cx:pt>
          <cx:pt idx="5508">17411</cx:pt>
          <cx:pt idx="5509">17411</cx:pt>
          <cx:pt idx="5510">17411</cx:pt>
          <cx:pt idx="5511">17411</cx:pt>
          <cx:pt idx="5512">17411</cx:pt>
          <cx:pt idx="5513">17946</cx:pt>
          <cx:pt idx="5514">17946</cx:pt>
          <cx:pt idx="5515">17946</cx:pt>
          <cx:pt idx="5516">17946</cx:pt>
          <cx:pt idx="5517">17946</cx:pt>
          <cx:pt idx="5518">17946</cx:pt>
          <cx:pt idx="5519">17946</cx:pt>
          <cx:pt idx="5520">17946</cx:pt>
          <cx:pt idx="5521">17946</cx:pt>
          <cx:pt idx="5522">17946</cx:pt>
          <cx:pt idx="5523">17946</cx:pt>
          <cx:pt idx="5524">17946</cx:pt>
          <cx:pt idx="5525">17946</cx:pt>
          <cx:pt idx="5526">17946</cx:pt>
          <cx:pt idx="5527">17946</cx:pt>
          <cx:pt idx="5528">17946</cx:pt>
          <cx:pt idx="5529">17946</cx:pt>
          <cx:pt idx="5530">17946</cx:pt>
          <cx:pt idx="5531">17946</cx:pt>
          <cx:pt idx="5532">17946</cx:pt>
          <cx:pt idx="5533">17946</cx:pt>
          <cx:pt idx="5534">17946</cx:pt>
          <cx:pt idx="5535">17946</cx:pt>
          <cx:pt idx="5536">17946</cx:pt>
          <cx:pt idx="5537">17946</cx:pt>
          <cx:pt idx="5538">17946</cx:pt>
          <cx:pt idx="5539">17946</cx:pt>
          <cx:pt idx="5540">17946</cx:pt>
          <cx:pt idx="5541">17946</cx:pt>
          <cx:pt idx="5542">17946</cx:pt>
          <cx:pt idx="5543">17946</cx:pt>
          <cx:pt idx="5544">17946</cx:pt>
          <cx:pt idx="5545">17946</cx:pt>
          <cx:pt idx="5546">17946</cx:pt>
          <cx:pt idx="5547">17946</cx:pt>
          <cx:pt idx="5548">17946</cx:pt>
          <cx:pt idx="5549">17946</cx:pt>
          <cx:pt idx="5550">17946</cx:pt>
          <cx:pt idx="5551">17946</cx:pt>
          <cx:pt idx="5552">17946</cx:pt>
          <cx:pt idx="5553">17946</cx:pt>
          <cx:pt idx="5554">17946</cx:pt>
          <cx:pt idx="5555">17946</cx:pt>
          <cx:pt idx="5556">17946</cx:pt>
          <cx:pt idx="5557">17946</cx:pt>
          <cx:pt idx="5558">17946</cx:pt>
          <cx:pt idx="5559">17946</cx:pt>
          <cx:pt idx="5560">17946</cx:pt>
          <cx:pt idx="5561">17946</cx:pt>
          <cx:pt idx="5562">17946</cx:pt>
          <cx:pt idx="5563">17946</cx:pt>
          <cx:pt idx="5564">17946</cx:pt>
          <cx:pt idx="5565">17946</cx:pt>
          <cx:pt idx="5566">17946</cx:pt>
          <cx:pt idx="5567">17946</cx:pt>
          <cx:pt idx="5568">17946</cx:pt>
          <cx:pt idx="5569">17946</cx:pt>
          <cx:pt idx="5570">17946</cx:pt>
          <cx:pt idx="5571">17946</cx:pt>
          <cx:pt idx="5572">17946</cx:pt>
          <cx:pt idx="5573">17946</cx:pt>
          <cx:pt idx="5574">17946</cx:pt>
          <cx:pt idx="5575">17946</cx:pt>
          <cx:pt idx="5576">17946</cx:pt>
          <cx:pt idx="5577">17946</cx:pt>
          <cx:pt idx="5578">17946</cx:pt>
          <cx:pt idx="5579">17946</cx:pt>
          <cx:pt idx="5580">17946</cx:pt>
          <cx:pt idx="5581">17946</cx:pt>
          <cx:pt idx="5582">17946</cx:pt>
          <cx:pt idx="5583">17946</cx:pt>
          <cx:pt idx="5584">17946</cx:pt>
          <cx:pt idx="5585">17946</cx:pt>
          <cx:pt idx="5586">17946</cx:pt>
          <cx:pt idx="5587">17946</cx:pt>
          <cx:pt idx="5588">17946</cx:pt>
          <cx:pt idx="5589">17946</cx:pt>
          <cx:pt idx="5590">17946</cx:pt>
          <cx:pt idx="5591">17946</cx:pt>
          <cx:pt idx="5592">17946</cx:pt>
          <cx:pt idx="5593">17946</cx:pt>
          <cx:pt idx="5594">17946</cx:pt>
          <cx:pt idx="5595">17946</cx:pt>
          <cx:pt idx="5596">17946</cx:pt>
          <cx:pt idx="5597">17946</cx:pt>
          <cx:pt idx="5598">17946</cx:pt>
          <cx:pt idx="5599">17946</cx:pt>
          <cx:pt idx="5600">17946</cx:pt>
          <cx:pt idx="5601">17946</cx:pt>
          <cx:pt idx="5602">17946</cx:pt>
          <cx:pt idx="5603">17946</cx:pt>
          <cx:pt idx="5604">17946</cx:pt>
          <cx:pt idx="5605">17946</cx:pt>
          <cx:pt idx="5606">17946</cx:pt>
          <cx:pt idx="5607">17946</cx:pt>
          <cx:pt idx="5608">17946</cx:pt>
          <cx:pt idx="5609">17946</cx:pt>
          <cx:pt idx="5610">17946</cx:pt>
          <cx:pt idx="5611">17946</cx:pt>
          <cx:pt idx="5612">17946</cx:pt>
          <cx:pt idx="5613">17946</cx:pt>
          <cx:pt idx="5614">17946</cx:pt>
          <cx:pt idx="5615">17946</cx:pt>
          <cx:pt idx="5616">17946</cx:pt>
          <cx:pt idx="5617">17946</cx:pt>
          <cx:pt idx="5618">17946</cx:pt>
          <cx:pt idx="5619">17946</cx:pt>
          <cx:pt idx="5620">17946</cx:pt>
          <cx:pt idx="5621">17946</cx:pt>
          <cx:pt idx="5622">17946</cx:pt>
          <cx:pt idx="5623">17946</cx:pt>
          <cx:pt idx="5624">17946</cx:pt>
          <cx:pt idx="5625">17946</cx:pt>
          <cx:pt idx="5626">17946</cx:pt>
          <cx:pt idx="5627">17946</cx:pt>
          <cx:pt idx="5628">17946</cx:pt>
          <cx:pt idx="5629">17946</cx:pt>
          <cx:pt idx="5630">17946</cx:pt>
          <cx:pt idx="5631">17946</cx:pt>
          <cx:pt idx="5632">17946</cx:pt>
          <cx:pt idx="5633">17946</cx:pt>
          <cx:pt idx="5634">17946</cx:pt>
          <cx:pt idx="5635">17946</cx:pt>
          <cx:pt idx="5636">17946</cx:pt>
          <cx:pt idx="5637">17946</cx:pt>
          <cx:pt idx="5638">17946</cx:pt>
          <cx:pt idx="5639">17946</cx:pt>
          <cx:pt idx="5640">17946</cx:pt>
          <cx:pt idx="5641">17946</cx:pt>
          <cx:pt idx="5642">17946</cx:pt>
          <cx:pt idx="5643">17946</cx:pt>
          <cx:pt idx="5644">17946</cx:pt>
          <cx:pt idx="5645">17946</cx:pt>
          <cx:pt idx="5646">17946</cx:pt>
          <cx:pt idx="5647">17946</cx:pt>
          <cx:pt idx="5648">17946</cx:pt>
          <cx:pt idx="5649">17946</cx:pt>
          <cx:pt idx="5650">17946</cx:pt>
          <cx:pt idx="5651">17946</cx:pt>
          <cx:pt idx="5652">17946</cx:pt>
          <cx:pt idx="5653">17946</cx:pt>
          <cx:pt idx="5654">17946</cx:pt>
          <cx:pt idx="5655">17946</cx:pt>
          <cx:pt idx="5656">17946</cx:pt>
          <cx:pt idx="5657">17946</cx:pt>
          <cx:pt idx="5658">17946</cx:pt>
          <cx:pt idx="5659">17946</cx:pt>
          <cx:pt idx="5660">17946</cx:pt>
          <cx:pt idx="5661">17946</cx:pt>
          <cx:pt idx="5662">17946</cx:pt>
          <cx:pt idx="5663">17946</cx:pt>
          <cx:pt idx="5664">17946</cx:pt>
          <cx:pt idx="5665">17946</cx:pt>
          <cx:pt idx="5666">17946</cx:pt>
          <cx:pt idx="5667">17946</cx:pt>
          <cx:pt idx="5668">17946</cx:pt>
          <cx:pt idx="5669">17946</cx:pt>
          <cx:pt idx="5670">17946</cx:pt>
          <cx:pt idx="5671">17946</cx:pt>
          <cx:pt idx="5672">17946</cx:pt>
          <cx:pt idx="5673">17946</cx:pt>
          <cx:pt idx="5674">17946</cx:pt>
          <cx:pt idx="5675">17946</cx:pt>
          <cx:pt idx="5676">17946</cx:pt>
          <cx:pt idx="5677">17946</cx:pt>
          <cx:pt idx="5678">17946</cx:pt>
          <cx:pt idx="5679">17946</cx:pt>
          <cx:pt idx="5680">17946</cx:pt>
          <cx:pt idx="5681">17946</cx:pt>
          <cx:pt idx="5682">17946</cx:pt>
          <cx:pt idx="5683">17946</cx:pt>
          <cx:pt idx="5684">17946</cx:pt>
          <cx:pt idx="5685">17946</cx:pt>
          <cx:pt idx="5686">17946</cx:pt>
          <cx:pt idx="5687">17946</cx:pt>
          <cx:pt idx="5688">17946</cx:pt>
          <cx:pt idx="5689">17946</cx:pt>
          <cx:pt idx="5690">17946</cx:pt>
          <cx:pt idx="5691">17946</cx:pt>
          <cx:pt idx="5692">17946</cx:pt>
          <cx:pt idx="5693">17946</cx:pt>
          <cx:pt idx="5694">17946</cx:pt>
          <cx:pt idx="5695">17946</cx:pt>
          <cx:pt idx="5696">17946</cx:pt>
          <cx:pt idx="5697">17946</cx:pt>
          <cx:pt idx="5698">17946</cx:pt>
          <cx:pt idx="5699">17946</cx:pt>
          <cx:pt idx="5700">17946</cx:pt>
          <cx:pt idx="5701">17946</cx:pt>
          <cx:pt idx="5702">17946</cx:pt>
          <cx:pt idx="5703">17946</cx:pt>
          <cx:pt idx="5704">17946</cx:pt>
          <cx:pt idx="5705">17946</cx:pt>
          <cx:pt idx="5706">17946</cx:pt>
          <cx:pt idx="5707">17946</cx:pt>
          <cx:pt idx="5708">17946</cx:pt>
          <cx:pt idx="5709">17946</cx:pt>
          <cx:pt idx="5710">17946</cx:pt>
          <cx:pt idx="5711">17946</cx:pt>
          <cx:pt idx="5712">17946</cx:pt>
          <cx:pt idx="5713">17946</cx:pt>
          <cx:pt idx="5714">17946</cx:pt>
          <cx:pt idx="5715">17946</cx:pt>
          <cx:pt idx="5716">17946</cx:pt>
          <cx:pt idx="5717">17946</cx:pt>
          <cx:pt idx="5718">17946</cx:pt>
          <cx:pt idx="5719">17946</cx:pt>
          <cx:pt idx="5720">18482</cx:pt>
          <cx:pt idx="5721">18482</cx:pt>
          <cx:pt idx="5722">18482</cx:pt>
          <cx:pt idx="5723">18482</cx:pt>
          <cx:pt idx="5724">18482</cx:pt>
          <cx:pt idx="5725">18482</cx:pt>
          <cx:pt idx="5726">18482</cx:pt>
          <cx:pt idx="5727">18482</cx:pt>
          <cx:pt idx="5728">18482</cx:pt>
          <cx:pt idx="5729">18482</cx:pt>
          <cx:pt idx="5730">18482</cx:pt>
          <cx:pt idx="5731">18482</cx:pt>
          <cx:pt idx="5732">18482</cx:pt>
          <cx:pt idx="5733">18482</cx:pt>
          <cx:pt idx="5734">18482</cx:pt>
          <cx:pt idx="5735">18482</cx:pt>
          <cx:pt idx="5736">18482</cx:pt>
          <cx:pt idx="5737">18482</cx:pt>
          <cx:pt idx="5738">18482</cx:pt>
          <cx:pt idx="5739">18482</cx:pt>
          <cx:pt idx="5740">18482</cx:pt>
          <cx:pt idx="5741">18482</cx:pt>
          <cx:pt idx="5742">18482</cx:pt>
          <cx:pt idx="5743">18482</cx:pt>
          <cx:pt idx="5744">18482</cx:pt>
          <cx:pt idx="5745">18482</cx:pt>
          <cx:pt idx="5746">18482</cx:pt>
          <cx:pt idx="5747">18482</cx:pt>
          <cx:pt idx="5748">18482</cx:pt>
          <cx:pt idx="5749">18482</cx:pt>
          <cx:pt idx="5750">18482</cx:pt>
          <cx:pt idx="5751">18482</cx:pt>
          <cx:pt idx="5752">18482</cx:pt>
          <cx:pt idx="5753">18482</cx:pt>
          <cx:pt idx="5754">18482</cx:pt>
          <cx:pt idx="5755">18482</cx:pt>
          <cx:pt idx="5756">18482</cx:pt>
          <cx:pt idx="5757">18482</cx:pt>
          <cx:pt idx="5758">18482</cx:pt>
          <cx:pt idx="5759">18482</cx:pt>
          <cx:pt idx="5760">18482</cx:pt>
          <cx:pt idx="5761">18482</cx:pt>
          <cx:pt idx="5762">18482</cx:pt>
          <cx:pt idx="5763">18482</cx:pt>
          <cx:pt idx="5764">18482</cx:pt>
          <cx:pt idx="5765">18482</cx:pt>
          <cx:pt idx="5766">18482</cx:pt>
          <cx:pt idx="5767">18482</cx:pt>
          <cx:pt idx="5768">18482</cx:pt>
          <cx:pt idx="5769">18482</cx:pt>
          <cx:pt idx="5770">18482</cx:pt>
          <cx:pt idx="5771">18482</cx:pt>
          <cx:pt idx="5772">18482</cx:pt>
          <cx:pt idx="5773">18482</cx:pt>
          <cx:pt idx="5774">18482</cx:pt>
          <cx:pt idx="5775">18482</cx:pt>
          <cx:pt idx="5776">18482</cx:pt>
          <cx:pt idx="5777">18482</cx:pt>
          <cx:pt idx="5778">18482</cx:pt>
          <cx:pt idx="5779">18482</cx:pt>
          <cx:pt idx="5780">18482</cx:pt>
          <cx:pt idx="5781">18482</cx:pt>
          <cx:pt idx="5782">18482</cx:pt>
          <cx:pt idx="5783">18482</cx:pt>
          <cx:pt idx="5784">18482</cx:pt>
          <cx:pt idx="5785">18482</cx:pt>
          <cx:pt idx="5786">18482</cx:pt>
          <cx:pt idx="5787">18482</cx:pt>
          <cx:pt idx="5788">18482</cx:pt>
          <cx:pt idx="5789">18482</cx:pt>
          <cx:pt idx="5790">18482</cx:pt>
          <cx:pt idx="5791">18482</cx:pt>
          <cx:pt idx="5792">18482</cx:pt>
          <cx:pt idx="5793">18482</cx:pt>
          <cx:pt idx="5794">18482</cx:pt>
          <cx:pt idx="5795">18482</cx:pt>
          <cx:pt idx="5796">18482</cx:pt>
          <cx:pt idx="5797">18482</cx:pt>
          <cx:pt idx="5798">18482</cx:pt>
          <cx:pt idx="5799">18482</cx:pt>
          <cx:pt idx="5800">18482</cx:pt>
          <cx:pt idx="5801">18482</cx:pt>
          <cx:pt idx="5802">18482</cx:pt>
          <cx:pt idx="5803">18482</cx:pt>
          <cx:pt idx="5804">18482</cx:pt>
          <cx:pt idx="5805">18482</cx:pt>
          <cx:pt idx="5806">18482</cx:pt>
          <cx:pt idx="5807">18482</cx:pt>
          <cx:pt idx="5808">18482</cx:pt>
          <cx:pt idx="5809">18482</cx:pt>
          <cx:pt idx="5810">18482</cx:pt>
          <cx:pt idx="5811">18482</cx:pt>
          <cx:pt idx="5812">18482</cx:pt>
          <cx:pt idx="5813">18482</cx:pt>
          <cx:pt idx="5814">18482</cx:pt>
          <cx:pt idx="5815">18482</cx:pt>
          <cx:pt idx="5816">18482</cx:pt>
          <cx:pt idx="5817">18482</cx:pt>
          <cx:pt idx="5818">18482</cx:pt>
          <cx:pt idx="5819">18482</cx:pt>
          <cx:pt idx="5820">18482</cx:pt>
          <cx:pt idx="5821">18482</cx:pt>
          <cx:pt idx="5822">18482</cx:pt>
          <cx:pt idx="5823">18482</cx:pt>
          <cx:pt idx="5824">18482</cx:pt>
          <cx:pt idx="5825">18482</cx:pt>
          <cx:pt idx="5826">18482</cx:pt>
          <cx:pt idx="5827">18482</cx:pt>
          <cx:pt idx="5828">18482</cx:pt>
          <cx:pt idx="5829">18482</cx:pt>
          <cx:pt idx="5830">18482</cx:pt>
          <cx:pt idx="5831">18482</cx:pt>
          <cx:pt idx="5832">18482</cx:pt>
          <cx:pt idx="5833">18482</cx:pt>
          <cx:pt idx="5834">18482</cx:pt>
          <cx:pt idx="5835">18482</cx:pt>
          <cx:pt idx="5836">18482</cx:pt>
          <cx:pt idx="5837">18482</cx:pt>
          <cx:pt idx="5838">18482</cx:pt>
          <cx:pt idx="5839">18482</cx:pt>
          <cx:pt idx="5840">18482</cx:pt>
          <cx:pt idx="5841">18482</cx:pt>
          <cx:pt idx="5842">18482</cx:pt>
          <cx:pt idx="5843">18482</cx:pt>
          <cx:pt idx="5844">18482</cx:pt>
          <cx:pt idx="5845">18482</cx:pt>
          <cx:pt idx="5846">18482</cx:pt>
          <cx:pt idx="5847">18482</cx:pt>
          <cx:pt idx="5848">18482</cx:pt>
          <cx:pt idx="5849">18482</cx:pt>
          <cx:pt idx="5850">18482</cx:pt>
          <cx:pt idx="5851">18482</cx:pt>
          <cx:pt idx="5852">18482</cx:pt>
          <cx:pt idx="5853">18482</cx:pt>
          <cx:pt idx="5854">18482</cx:pt>
          <cx:pt idx="5855">18482</cx:pt>
          <cx:pt idx="5856">18482</cx:pt>
          <cx:pt idx="5857">18482</cx:pt>
          <cx:pt idx="5858">18482</cx:pt>
          <cx:pt idx="5859">18482</cx:pt>
          <cx:pt idx="5860">18482</cx:pt>
          <cx:pt idx="5861">18482</cx:pt>
          <cx:pt idx="5862">18482</cx:pt>
          <cx:pt idx="5863">18482</cx:pt>
          <cx:pt idx="5864">18482</cx:pt>
          <cx:pt idx="5865">18482</cx:pt>
          <cx:pt idx="5866">18482</cx:pt>
          <cx:pt idx="5867">18482</cx:pt>
          <cx:pt idx="5868">18482</cx:pt>
          <cx:pt idx="5869">18482</cx:pt>
          <cx:pt idx="5870">18482</cx:pt>
          <cx:pt idx="5871">18482</cx:pt>
          <cx:pt idx="5872">18482</cx:pt>
          <cx:pt idx="5873">18482</cx:pt>
          <cx:pt idx="5874">18482</cx:pt>
          <cx:pt idx="5875">18482</cx:pt>
          <cx:pt idx="5876">18482</cx:pt>
          <cx:pt idx="5877">18482</cx:pt>
          <cx:pt idx="5878">18482</cx:pt>
          <cx:pt idx="5879">18482</cx:pt>
          <cx:pt idx="5880">18482</cx:pt>
          <cx:pt idx="5881">18482</cx:pt>
          <cx:pt idx="5882">18482</cx:pt>
          <cx:pt idx="5883">18482</cx:pt>
          <cx:pt idx="5884">18482</cx:pt>
          <cx:pt idx="5885">18482</cx:pt>
          <cx:pt idx="5886">18482</cx:pt>
          <cx:pt idx="5887">18482</cx:pt>
          <cx:pt idx="5888">18482</cx:pt>
          <cx:pt idx="5889">18482</cx:pt>
          <cx:pt idx="5890">18482</cx:pt>
          <cx:pt idx="5891">18482</cx:pt>
          <cx:pt idx="5892">18482</cx:pt>
          <cx:pt idx="5893">18482</cx:pt>
          <cx:pt idx="5894">18482</cx:pt>
          <cx:pt idx="5895">18482</cx:pt>
          <cx:pt idx="5896">18482</cx:pt>
          <cx:pt idx="5897">18482</cx:pt>
          <cx:pt idx="5898">18482</cx:pt>
          <cx:pt idx="5899">18482</cx:pt>
          <cx:pt idx="5900">18482</cx:pt>
          <cx:pt idx="5901">18482</cx:pt>
          <cx:pt idx="5902">18482</cx:pt>
          <cx:pt idx="5903">18482</cx:pt>
          <cx:pt idx="5904">18482</cx:pt>
          <cx:pt idx="5905">18482</cx:pt>
          <cx:pt idx="5906">18482</cx:pt>
          <cx:pt idx="5907">18482</cx:pt>
          <cx:pt idx="5908">18482</cx:pt>
          <cx:pt idx="5909">18482</cx:pt>
          <cx:pt idx="5910">18482</cx:pt>
          <cx:pt idx="5911">18482</cx:pt>
          <cx:pt idx="5912">18482</cx:pt>
          <cx:pt idx="5913">18482</cx:pt>
          <cx:pt idx="5914">18482</cx:pt>
          <cx:pt idx="5915">18482</cx:pt>
          <cx:pt idx="5916">18482</cx:pt>
          <cx:pt idx="5917">19018</cx:pt>
          <cx:pt idx="5918">19018</cx:pt>
          <cx:pt idx="5919">19018</cx:pt>
          <cx:pt idx="5920">19018</cx:pt>
          <cx:pt idx="5921">19018</cx:pt>
          <cx:pt idx="5922">19018</cx:pt>
          <cx:pt idx="5923">19018</cx:pt>
          <cx:pt idx="5924">19018</cx:pt>
          <cx:pt idx="5925">19018</cx:pt>
          <cx:pt idx="5926">19018</cx:pt>
          <cx:pt idx="5927">19018</cx:pt>
          <cx:pt idx="5928">19018</cx:pt>
          <cx:pt idx="5929">19018</cx:pt>
          <cx:pt idx="5930">19018</cx:pt>
          <cx:pt idx="5931">19018</cx:pt>
          <cx:pt idx="5932">19018</cx:pt>
          <cx:pt idx="5933">19018</cx:pt>
          <cx:pt idx="5934">19018</cx:pt>
          <cx:pt idx="5935">19018</cx:pt>
          <cx:pt idx="5936">19018</cx:pt>
          <cx:pt idx="5937">19018</cx:pt>
          <cx:pt idx="5938">19018</cx:pt>
          <cx:pt idx="5939">19018</cx:pt>
          <cx:pt idx="5940">19018</cx:pt>
          <cx:pt idx="5941">19018</cx:pt>
          <cx:pt idx="5942">19018</cx:pt>
          <cx:pt idx="5943">19018</cx:pt>
          <cx:pt idx="5944">19018</cx:pt>
          <cx:pt idx="5945">19018</cx:pt>
          <cx:pt idx="5946">19018</cx:pt>
          <cx:pt idx="5947">19018</cx:pt>
          <cx:pt idx="5948">19018</cx:pt>
          <cx:pt idx="5949">19018</cx:pt>
          <cx:pt idx="5950">19018</cx:pt>
          <cx:pt idx="5951">19018</cx:pt>
          <cx:pt idx="5952">19018</cx:pt>
          <cx:pt idx="5953">19018</cx:pt>
          <cx:pt idx="5954">19018</cx:pt>
          <cx:pt idx="5955">19018</cx:pt>
          <cx:pt idx="5956">19018</cx:pt>
          <cx:pt idx="5957">19018</cx:pt>
          <cx:pt idx="5958">19018</cx:pt>
          <cx:pt idx="5959">19018</cx:pt>
          <cx:pt idx="5960">19018</cx:pt>
          <cx:pt idx="5961">19018</cx:pt>
          <cx:pt idx="5962">19018</cx:pt>
          <cx:pt idx="5963">19018</cx:pt>
          <cx:pt idx="5964">19018</cx:pt>
          <cx:pt idx="5965">19018</cx:pt>
          <cx:pt idx="5966">19018</cx:pt>
          <cx:pt idx="5967">19018</cx:pt>
          <cx:pt idx="5968">19018</cx:pt>
          <cx:pt idx="5969">19018</cx:pt>
          <cx:pt idx="5970">19018</cx:pt>
          <cx:pt idx="5971">19018</cx:pt>
          <cx:pt idx="5972">19018</cx:pt>
          <cx:pt idx="5973">19018</cx:pt>
          <cx:pt idx="5974">19018</cx:pt>
          <cx:pt idx="5975">19018</cx:pt>
          <cx:pt idx="5976">19018</cx:pt>
          <cx:pt idx="5977">19018</cx:pt>
          <cx:pt idx="5978">19018</cx:pt>
          <cx:pt idx="5979">19018</cx:pt>
          <cx:pt idx="5980">19018</cx:pt>
          <cx:pt idx="5981">19018</cx:pt>
          <cx:pt idx="5982">19018</cx:pt>
          <cx:pt idx="5983">19018</cx:pt>
          <cx:pt idx="5984">19018</cx:pt>
          <cx:pt idx="5985">19018</cx:pt>
          <cx:pt idx="5986">19018</cx:pt>
          <cx:pt idx="5987">19018</cx:pt>
          <cx:pt idx="5988">19018</cx:pt>
          <cx:pt idx="5989">19018</cx:pt>
          <cx:pt idx="5990">19018</cx:pt>
          <cx:pt idx="5991">19018</cx:pt>
          <cx:pt idx="5992">19018</cx:pt>
          <cx:pt idx="5993">19018</cx:pt>
          <cx:pt idx="5994">19018</cx:pt>
          <cx:pt idx="5995">19018</cx:pt>
          <cx:pt idx="5996">19018</cx:pt>
          <cx:pt idx="5997">19018</cx:pt>
          <cx:pt idx="5998">19018</cx:pt>
          <cx:pt idx="5999">19018</cx:pt>
          <cx:pt idx="6000">19018</cx:pt>
          <cx:pt idx="6001">19018</cx:pt>
          <cx:pt idx="6002">19018</cx:pt>
          <cx:pt idx="6003">19018</cx:pt>
          <cx:pt idx="6004">19018</cx:pt>
          <cx:pt idx="6005">19018</cx:pt>
          <cx:pt idx="6006">19018</cx:pt>
          <cx:pt idx="6007">19018</cx:pt>
          <cx:pt idx="6008">19018</cx:pt>
          <cx:pt idx="6009">19018</cx:pt>
          <cx:pt idx="6010">19018</cx:pt>
          <cx:pt idx="6011">19018</cx:pt>
          <cx:pt idx="6012">19018</cx:pt>
          <cx:pt idx="6013">19018</cx:pt>
          <cx:pt idx="6014">19018</cx:pt>
          <cx:pt idx="6015">19018</cx:pt>
          <cx:pt idx="6016">19018</cx:pt>
          <cx:pt idx="6017">19018</cx:pt>
          <cx:pt idx="6018">19018</cx:pt>
          <cx:pt idx="6019">19018</cx:pt>
          <cx:pt idx="6020">19018</cx:pt>
          <cx:pt idx="6021">19018</cx:pt>
          <cx:pt idx="6022">19018</cx:pt>
          <cx:pt idx="6023">19018</cx:pt>
          <cx:pt idx="6024">19018</cx:pt>
          <cx:pt idx="6025">19018</cx:pt>
          <cx:pt idx="6026">19018</cx:pt>
          <cx:pt idx="6027">19018</cx:pt>
          <cx:pt idx="6028">19018</cx:pt>
          <cx:pt idx="6029">19018</cx:pt>
          <cx:pt idx="6030">19018</cx:pt>
          <cx:pt idx="6031">19018</cx:pt>
          <cx:pt idx="6032">19018</cx:pt>
          <cx:pt idx="6033">19018</cx:pt>
          <cx:pt idx="6034">19018</cx:pt>
          <cx:pt idx="6035">19018</cx:pt>
          <cx:pt idx="6036">19018</cx:pt>
          <cx:pt idx="6037">19018</cx:pt>
          <cx:pt idx="6038">19018</cx:pt>
          <cx:pt idx="6039">19018</cx:pt>
          <cx:pt idx="6040">19018</cx:pt>
          <cx:pt idx="6041">19018</cx:pt>
          <cx:pt idx="6042">19018</cx:pt>
          <cx:pt idx="6043">19018</cx:pt>
          <cx:pt idx="6044">19018</cx:pt>
          <cx:pt idx="6045">19018</cx:pt>
          <cx:pt idx="6046">19018</cx:pt>
          <cx:pt idx="6047">19018</cx:pt>
          <cx:pt idx="6048">19018</cx:pt>
          <cx:pt idx="6049">19018</cx:pt>
          <cx:pt idx="6050">19018</cx:pt>
          <cx:pt idx="6051">19018</cx:pt>
          <cx:pt idx="6052">19018</cx:pt>
          <cx:pt idx="6053">19018</cx:pt>
          <cx:pt idx="6054">19018</cx:pt>
          <cx:pt idx="6055">19018</cx:pt>
          <cx:pt idx="6056">19018</cx:pt>
          <cx:pt idx="6057">19018</cx:pt>
          <cx:pt idx="6058">19018</cx:pt>
          <cx:pt idx="6059">19018</cx:pt>
          <cx:pt idx="6060">19018</cx:pt>
          <cx:pt idx="6061">19018</cx:pt>
          <cx:pt idx="6062">19018</cx:pt>
          <cx:pt idx="6063">19018</cx:pt>
          <cx:pt idx="6064">19018</cx:pt>
          <cx:pt idx="6065">19018</cx:pt>
          <cx:pt idx="6066">19018</cx:pt>
          <cx:pt idx="6067">19018</cx:pt>
          <cx:pt idx="6068">19018</cx:pt>
          <cx:pt idx="6069">19018</cx:pt>
          <cx:pt idx="6070">19018</cx:pt>
          <cx:pt idx="6071">19018</cx:pt>
          <cx:pt idx="6072">19018</cx:pt>
          <cx:pt idx="6073">19018</cx:pt>
          <cx:pt idx="6074">19018</cx:pt>
          <cx:pt idx="6075">19018</cx:pt>
          <cx:pt idx="6076">19018</cx:pt>
          <cx:pt idx="6077">19018</cx:pt>
          <cx:pt idx="6078">19018</cx:pt>
          <cx:pt idx="6079">19018</cx:pt>
          <cx:pt idx="6080">19018</cx:pt>
          <cx:pt idx="6081">19018</cx:pt>
          <cx:pt idx="6082">19018</cx:pt>
          <cx:pt idx="6083">19018</cx:pt>
          <cx:pt idx="6084">19018</cx:pt>
          <cx:pt idx="6085">19018</cx:pt>
          <cx:pt idx="6086">19018</cx:pt>
          <cx:pt idx="6087">19018</cx:pt>
          <cx:pt idx="6088">19018</cx:pt>
          <cx:pt idx="6089">19018</cx:pt>
          <cx:pt idx="6090">19018</cx:pt>
          <cx:pt idx="6091">19018</cx:pt>
          <cx:pt idx="6092">19018</cx:pt>
          <cx:pt idx="6093">19018</cx:pt>
          <cx:pt idx="6094">19018</cx:pt>
          <cx:pt idx="6095">19018</cx:pt>
          <cx:pt idx="6096">19018</cx:pt>
          <cx:pt idx="6097">19018</cx:pt>
          <cx:pt idx="6098">19018</cx:pt>
          <cx:pt idx="6099">19018</cx:pt>
          <cx:pt idx="6100">19018</cx:pt>
          <cx:pt idx="6101">19554</cx:pt>
          <cx:pt idx="6102">19554</cx:pt>
          <cx:pt idx="6103">19554</cx:pt>
          <cx:pt idx="6104">19554</cx:pt>
          <cx:pt idx="6105">19554</cx:pt>
          <cx:pt idx="6106">19554</cx:pt>
          <cx:pt idx="6107">19554</cx:pt>
          <cx:pt idx="6108">19554</cx:pt>
          <cx:pt idx="6109">19554</cx:pt>
          <cx:pt idx="6110">19554</cx:pt>
          <cx:pt idx="6111">19554</cx:pt>
          <cx:pt idx="6112">19554</cx:pt>
          <cx:pt idx="6113">19554</cx:pt>
          <cx:pt idx="6114">19554</cx:pt>
          <cx:pt idx="6115">19554</cx:pt>
          <cx:pt idx="6116">19554</cx:pt>
          <cx:pt idx="6117">19554</cx:pt>
          <cx:pt idx="6118">19554</cx:pt>
          <cx:pt idx="6119">19554</cx:pt>
          <cx:pt idx="6120">19554</cx:pt>
          <cx:pt idx="6121">19554</cx:pt>
          <cx:pt idx="6122">19554</cx:pt>
          <cx:pt idx="6123">19554</cx:pt>
          <cx:pt idx="6124">19554</cx:pt>
          <cx:pt idx="6125">19554</cx:pt>
          <cx:pt idx="6126">19554</cx:pt>
          <cx:pt idx="6127">19554</cx:pt>
          <cx:pt idx="6128">19554</cx:pt>
          <cx:pt idx="6129">19554</cx:pt>
          <cx:pt idx="6130">19554</cx:pt>
          <cx:pt idx="6131">19554</cx:pt>
          <cx:pt idx="6132">19554</cx:pt>
          <cx:pt idx="6133">19554</cx:pt>
          <cx:pt idx="6134">19554</cx:pt>
          <cx:pt idx="6135">19554</cx:pt>
          <cx:pt idx="6136">19554</cx:pt>
          <cx:pt idx="6137">19554</cx:pt>
          <cx:pt idx="6138">19554</cx:pt>
          <cx:pt idx="6139">19554</cx:pt>
          <cx:pt idx="6140">19554</cx:pt>
          <cx:pt idx="6141">19554</cx:pt>
          <cx:pt idx="6142">19554</cx:pt>
          <cx:pt idx="6143">19554</cx:pt>
          <cx:pt idx="6144">19554</cx:pt>
          <cx:pt idx="6145">19554</cx:pt>
          <cx:pt idx="6146">19554</cx:pt>
          <cx:pt idx="6147">19554</cx:pt>
          <cx:pt idx="6148">19554</cx:pt>
          <cx:pt idx="6149">19554</cx:pt>
          <cx:pt idx="6150">19554</cx:pt>
          <cx:pt idx="6151">19554</cx:pt>
          <cx:pt idx="6152">19554</cx:pt>
          <cx:pt idx="6153">19554</cx:pt>
          <cx:pt idx="6154">19554</cx:pt>
          <cx:pt idx="6155">19554</cx:pt>
          <cx:pt idx="6156">19554</cx:pt>
          <cx:pt idx="6157">19554</cx:pt>
          <cx:pt idx="6158">19554</cx:pt>
          <cx:pt idx="6159">19554</cx:pt>
          <cx:pt idx="6160">19554</cx:pt>
          <cx:pt idx="6161">19554</cx:pt>
          <cx:pt idx="6162">19554</cx:pt>
          <cx:pt idx="6163">19554</cx:pt>
          <cx:pt idx="6164">19554</cx:pt>
          <cx:pt idx="6165">19554</cx:pt>
          <cx:pt idx="6166">19554</cx:pt>
          <cx:pt idx="6167">19554</cx:pt>
          <cx:pt idx="6168">19554</cx:pt>
          <cx:pt idx="6169">19554</cx:pt>
          <cx:pt idx="6170">19554</cx:pt>
          <cx:pt idx="6171">19554</cx:pt>
          <cx:pt idx="6172">19554</cx:pt>
          <cx:pt idx="6173">19554</cx:pt>
          <cx:pt idx="6174">19554</cx:pt>
          <cx:pt idx="6175">19554</cx:pt>
          <cx:pt idx="6176">19554</cx:pt>
          <cx:pt idx="6177">19554</cx:pt>
          <cx:pt idx="6178">19554</cx:pt>
          <cx:pt idx="6179">19554</cx:pt>
          <cx:pt idx="6180">19554</cx:pt>
          <cx:pt idx="6181">19554</cx:pt>
          <cx:pt idx="6182">19554</cx:pt>
          <cx:pt idx="6183">19554</cx:pt>
          <cx:pt idx="6184">19554</cx:pt>
          <cx:pt idx="6185">19554</cx:pt>
          <cx:pt idx="6186">19554</cx:pt>
          <cx:pt idx="6187">19554</cx:pt>
          <cx:pt idx="6188">19554</cx:pt>
          <cx:pt idx="6189">19554</cx:pt>
          <cx:pt idx="6190">19554</cx:pt>
          <cx:pt idx="6191">19554</cx:pt>
          <cx:pt idx="6192">19554</cx:pt>
          <cx:pt idx="6193">19554</cx:pt>
          <cx:pt idx="6194">19554</cx:pt>
          <cx:pt idx="6195">19554</cx:pt>
          <cx:pt idx="6196">19554</cx:pt>
          <cx:pt idx="6197">19554</cx:pt>
          <cx:pt idx="6198">19554</cx:pt>
          <cx:pt idx="6199">19554</cx:pt>
          <cx:pt idx="6200">19554</cx:pt>
          <cx:pt idx="6201">19554</cx:pt>
          <cx:pt idx="6202">19554</cx:pt>
          <cx:pt idx="6203">19554</cx:pt>
          <cx:pt idx="6204">19554</cx:pt>
          <cx:pt idx="6205">19554</cx:pt>
          <cx:pt idx="6206">19554</cx:pt>
          <cx:pt idx="6207">19554</cx:pt>
          <cx:pt idx="6208">19554</cx:pt>
          <cx:pt idx="6209">19554</cx:pt>
          <cx:pt idx="6210">19554</cx:pt>
          <cx:pt idx="6211">19554</cx:pt>
          <cx:pt idx="6212">19554</cx:pt>
          <cx:pt idx="6213">19554</cx:pt>
          <cx:pt idx="6214">19554</cx:pt>
          <cx:pt idx="6215">19554</cx:pt>
          <cx:pt idx="6216">19554</cx:pt>
          <cx:pt idx="6217">19554</cx:pt>
          <cx:pt idx="6218">19554</cx:pt>
          <cx:pt idx="6219">19554</cx:pt>
          <cx:pt idx="6220">19554</cx:pt>
          <cx:pt idx="6221">19554</cx:pt>
          <cx:pt idx="6222">19554</cx:pt>
          <cx:pt idx="6223">19554</cx:pt>
          <cx:pt idx="6224">19554</cx:pt>
          <cx:pt idx="6225">19554</cx:pt>
          <cx:pt idx="6226">19554</cx:pt>
          <cx:pt idx="6227">19554</cx:pt>
          <cx:pt idx="6228">19554</cx:pt>
          <cx:pt idx="6229">19554</cx:pt>
          <cx:pt idx="6230">19554</cx:pt>
          <cx:pt idx="6231">19554</cx:pt>
          <cx:pt idx="6232">19554</cx:pt>
          <cx:pt idx="6233">19554</cx:pt>
          <cx:pt idx="6234">19554</cx:pt>
          <cx:pt idx="6235">19554</cx:pt>
          <cx:pt idx="6236">19554</cx:pt>
          <cx:pt idx="6237">19554</cx:pt>
          <cx:pt idx="6238">19554</cx:pt>
          <cx:pt idx="6239">19554</cx:pt>
          <cx:pt idx="6240">19554</cx:pt>
          <cx:pt idx="6241">19554</cx:pt>
          <cx:pt idx="6242">19554</cx:pt>
          <cx:pt idx="6243">19554</cx:pt>
          <cx:pt idx="6244">19554</cx:pt>
          <cx:pt idx="6245">19554</cx:pt>
          <cx:pt idx="6246">19554</cx:pt>
          <cx:pt idx="6247">19554</cx:pt>
          <cx:pt idx="6248">19554</cx:pt>
          <cx:pt idx="6249">19554</cx:pt>
          <cx:pt idx="6250">19554</cx:pt>
          <cx:pt idx="6251">19554</cx:pt>
          <cx:pt idx="6252">19554</cx:pt>
          <cx:pt idx="6253">19554</cx:pt>
          <cx:pt idx="6254">19554</cx:pt>
          <cx:pt idx="6255">19554</cx:pt>
          <cx:pt idx="6256">19554</cx:pt>
          <cx:pt idx="6257">19554</cx:pt>
          <cx:pt idx="6258">19554</cx:pt>
          <cx:pt idx="6259">19554</cx:pt>
          <cx:pt idx="6260">19554</cx:pt>
          <cx:pt idx="6261">19554</cx:pt>
          <cx:pt idx="6262">19554</cx:pt>
          <cx:pt idx="6263">19554</cx:pt>
          <cx:pt idx="6264">19554</cx:pt>
          <cx:pt idx="6265">19554</cx:pt>
          <cx:pt idx="6266">19554</cx:pt>
          <cx:pt idx="6267">19554</cx:pt>
          <cx:pt idx="6268">19554</cx:pt>
          <cx:pt idx="6269">19554</cx:pt>
          <cx:pt idx="6270">19554</cx:pt>
          <cx:pt idx="6271">20089</cx:pt>
          <cx:pt idx="6272">20089</cx:pt>
          <cx:pt idx="6273">20089</cx:pt>
          <cx:pt idx="6274">20089</cx:pt>
          <cx:pt idx="6275">20089</cx:pt>
          <cx:pt idx="6276">20089</cx:pt>
          <cx:pt idx="6277">20089</cx:pt>
          <cx:pt idx="6278">20089</cx:pt>
          <cx:pt idx="6279">20089</cx:pt>
          <cx:pt idx="6280">20089</cx:pt>
          <cx:pt idx="6281">20089</cx:pt>
          <cx:pt idx="6282">20089</cx:pt>
          <cx:pt idx="6283">20089</cx:pt>
          <cx:pt idx="6284">20089</cx:pt>
          <cx:pt idx="6285">20089</cx:pt>
          <cx:pt idx="6286">20089</cx:pt>
          <cx:pt idx="6287">20089</cx:pt>
          <cx:pt idx="6288">20089</cx:pt>
          <cx:pt idx="6289">20089</cx:pt>
          <cx:pt idx="6290">20089</cx:pt>
          <cx:pt idx="6291">20089</cx:pt>
          <cx:pt idx="6292">20089</cx:pt>
          <cx:pt idx="6293">20089</cx:pt>
          <cx:pt idx="6294">20089</cx:pt>
          <cx:pt idx="6295">20089</cx:pt>
          <cx:pt idx="6296">20089</cx:pt>
          <cx:pt idx="6297">20089</cx:pt>
          <cx:pt idx="6298">20089</cx:pt>
          <cx:pt idx="6299">20089</cx:pt>
          <cx:pt idx="6300">20089</cx:pt>
          <cx:pt idx="6301">20089</cx:pt>
          <cx:pt idx="6302">20089</cx:pt>
          <cx:pt idx="6303">20089</cx:pt>
          <cx:pt idx="6304">20089</cx:pt>
          <cx:pt idx="6305">20089</cx:pt>
          <cx:pt idx="6306">20089</cx:pt>
          <cx:pt idx="6307">20089</cx:pt>
          <cx:pt idx="6308">20089</cx:pt>
          <cx:pt idx="6309">20089</cx:pt>
          <cx:pt idx="6310">20089</cx:pt>
          <cx:pt idx="6311">20089</cx:pt>
          <cx:pt idx="6312">20089</cx:pt>
          <cx:pt idx="6313">20089</cx:pt>
          <cx:pt idx="6314">20089</cx:pt>
          <cx:pt idx="6315">20089</cx:pt>
          <cx:pt idx="6316">20089</cx:pt>
          <cx:pt idx="6317">20089</cx:pt>
          <cx:pt idx="6318">20089</cx:pt>
          <cx:pt idx="6319">20089</cx:pt>
          <cx:pt idx="6320">20089</cx:pt>
          <cx:pt idx="6321">20089</cx:pt>
          <cx:pt idx="6322">20089</cx:pt>
          <cx:pt idx="6323">20089</cx:pt>
          <cx:pt idx="6324">20089</cx:pt>
          <cx:pt idx="6325">20089</cx:pt>
          <cx:pt idx="6326">20089</cx:pt>
          <cx:pt idx="6327">20089</cx:pt>
          <cx:pt idx="6328">20089</cx:pt>
          <cx:pt idx="6329">20089</cx:pt>
          <cx:pt idx="6330">20089</cx:pt>
          <cx:pt idx="6331">20089</cx:pt>
          <cx:pt idx="6332">20089</cx:pt>
          <cx:pt idx="6333">20089</cx:pt>
          <cx:pt idx="6334">20089</cx:pt>
          <cx:pt idx="6335">20089</cx:pt>
          <cx:pt idx="6336">20089</cx:pt>
          <cx:pt idx="6337">20089</cx:pt>
          <cx:pt idx="6338">20089</cx:pt>
          <cx:pt idx="6339">20089</cx:pt>
          <cx:pt idx="6340">20089</cx:pt>
          <cx:pt idx="6341">20089</cx:pt>
          <cx:pt idx="6342">20089</cx:pt>
          <cx:pt idx="6343">20089</cx:pt>
          <cx:pt idx="6344">20089</cx:pt>
          <cx:pt idx="6345">20089</cx:pt>
          <cx:pt idx="6346">20089</cx:pt>
          <cx:pt idx="6347">20089</cx:pt>
          <cx:pt idx="6348">20089</cx:pt>
          <cx:pt idx="6349">20089</cx:pt>
          <cx:pt idx="6350">20089</cx:pt>
          <cx:pt idx="6351">20089</cx:pt>
          <cx:pt idx="6352">20089</cx:pt>
          <cx:pt idx="6353">20089</cx:pt>
          <cx:pt idx="6354">20089</cx:pt>
          <cx:pt idx="6355">20089</cx:pt>
          <cx:pt idx="6356">20089</cx:pt>
          <cx:pt idx="6357">20089</cx:pt>
          <cx:pt idx="6358">20089</cx:pt>
          <cx:pt idx="6359">20089</cx:pt>
          <cx:pt idx="6360">20089</cx:pt>
          <cx:pt idx="6361">20089</cx:pt>
          <cx:pt idx="6362">20089</cx:pt>
          <cx:pt idx="6363">20089</cx:pt>
          <cx:pt idx="6364">20089</cx:pt>
          <cx:pt idx="6365">20089</cx:pt>
          <cx:pt idx="6366">20089</cx:pt>
          <cx:pt idx="6367">20089</cx:pt>
          <cx:pt idx="6368">20089</cx:pt>
          <cx:pt idx="6369">20089</cx:pt>
          <cx:pt idx="6370">20089</cx:pt>
          <cx:pt idx="6371">20089</cx:pt>
          <cx:pt idx="6372">20089</cx:pt>
          <cx:pt idx="6373">20089</cx:pt>
          <cx:pt idx="6374">20089</cx:pt>
          <cx:pt idx="6375">20089</cx:pt>
          <cx:pt idx="6376">20089</cx:pt>
          <cx:pt idx="6377">20089</cx:pt>
          <cx:pt idx="6378">20089</cx:pt>
          <cx:pt idx="6379">20089</cx:pt>
          <cx:pt idx="6380">20089</cx:pt>
          <cx:pt idx="6381">20089</cx:pt>
          <cx:pt idx="6382">20089</cx:pt>
          <cx:pt idx="6383">20089</cx:pt>
          <cx:pt idx="6384">20089</cx:pt>
          <cx:pt idx="6385">20089</cx:pt>
          <cx:pt idx="6386">20089</cx:pt>
          <cx:pt idx="6387">20089</cx:pt>
          <cx:pt idx="6388">20089</cx:pt>
          <cx:pt idx="6389">20089</cx:pt>
          <cx:pt idx="6390">20089</cx:pt>
          <cx:pt idx="6391">20089</cx:pt>
          <cx:pt idx="6392">20089</cx:pt>
          <cx:pt idx="6393">20089</cx:pt>
          <cx:pt idx="6394">20089</cx:pt>
          <cx:pt idx="6395">20089</cx:pt>
          <cx:pt idx="6396">20089</cx:pt>
          <cx:pt idx="6397">20089</cx:pt>
          <cx:pt idx="6398">20089</cx:pt>
          <cx:pt idx="6399">20089</cx:pt>
          <cx:pt idx="6400">20089</cx:pt>
          <cx:pt idx="6401">20089</cx:pt>
          <cx:pt idx="6402">20089</cx:pt>
          <cx:pt idx="6403">20089</cx:pt>
          <cx:pt idx="6404">20089</cx:pt>
          <cx:pt idx="6405">20089</cx:pt>
          <cx:pt idx="6406">20089</cx:pt>
          <cx:pt idx="6407">20089</cx:pt>
          <cx:pt idx="6408">20089</cx:pt>
          <cx:pt idx="6409">20089</cx:pt>
          <cx:pt idx="6410">20089</cx:pt>
          <cx:pt idx="6411">20089</cx:pt>
          <cx:pt idx="6412">20089</cx:pt>
          <cx:pt idx="6413">20089</cx:pt>
          <cx:pt idx="6414">20089</cx:pt>
          <cx:pt idx="6415">20089</cx:pt>
          <cx:pt idx="6416">20089</cx:pt>
          <cx:pt idx="6417">20089</cx:pt>
          <cx:pt idx="6418">20089</cx:pt>
          <cx:pt idx="6419">20089</cx:pt>
          <cx:pt idx="6420">20089</cx:pt>
          <cx:pt idx="6421">20089</cx:pt>
          <cx:pt idx="6422">20089</cx:pt>
          <cx:pt idx="6423">20089</cx:pt>
          <cx:pt idx="6424">20089</cx:pt>
          <cx:pt idx="6425">20089</cx:pt>
          <cx:pt idx="6426">20089</cx:pt>
          <cx:pt idx="6427">20089</cx:pt>
          <cx:pt idx="6428">20089</cx:pt>
          <cx:pt idx="6429">20089</cx:pt>
          <cx:pt idx="6430">20089</cx:pt>
          <cx:pt idx="6431">20089</cx:pt>
          <cx:pt idx="6432">20089</cx:pt>
          <cx:pt idx="6433">20089</cx:pt>
          <cx:pt idx="6434">20089</cx:pt>
          <cx:pt idx="6435">20089</cx:pt>
          <cx:pt idx="6436">20089</cx:pt>
          <cx:pt idx="6437">20089</cx:pt>
          <cx:pt idx="6438">20089</cx:pt>
          <cx:pt idx="6439">20089</cx:pt>
          <cx:pt idx="6440">20089</cx:pt>
          <cx:pt idx="6441">20089</cx:pt>
          <cx:pt idx="6442">20089</cx:pt>
          <cx:pt idx="6443">20089</cx:pt>
          <cx:pt idx="6444">20089</cx:pt>
          <cx:pt idx="6445">20089</cx:pt>
          <cx:pt idx="6446">20089</cx:pt>
          <cx:pt idx="6447">20089</cx:pt>
          <cx:pt idx="6448">20089</cx:pt>
          <cx:pt idx="6449">20089</cx:pt>
          <cx:pt idx="6450">20089</cx:pt>
          <cx:pt idx="6451">20089</cx:pt>
          <cx:pt idx="6452">20089</cx:pt>
          <cx:pt idx="6453">20089</cx:pt>
          <cx:pt idx="6454">20089</cx:pt>
          <cx:pt idx="6455">20089</cx:pt>
          <cx:pt idx="6456">20089</cx:pt>
          <cx:pt idx="6457">20089</cx:pt>
          <cx:pt idx="6458">20089</cx:pt>
          <cx:pt idx="6459">20625</cx:pt>
          <cx:pt idx="6460">20625</cx:pt>
          <cx:pt idx="6461">20625</cx:pt>
          <cx:pt idx="6462">20625</cx:pt>
          <cx:pt idx="6463">20625</cx:pt>
          <cx:pt idx="6464">20625</cx:pt>
          <cx:pt idx="6465">20625</cx:pt>
          <cx:pt idx="6466">20625</cx:pt>
          <cx:pt idx="6467">20625</cx:pt>
          <cx:pt idx="6468">20625</cx:pt>
          <cx:pt idx="6469">20625</cx:pt>
          <cx:pt idx="6470">20625</cx:pt>
          <cx:pt idx="6471">20625</cx:pt>
          <cx:pt idx="6472">20625</cx:pt>
          <cx:pt idx="6473">20625</cx:pt>
          <cx:pt idx="6474">20625</cx:pt>
          <cx:pt idx="6475">20625</cx:pt>
          <cx:pt idx="6476">20625</cx:pt>
          <cx:pt idx="6477">20625</cx:pt>
          <cx:pt idx="6478">20625</cx:pt>
          <cx:pt idx="6479">20625</cx:pt>
          <cx:pt idx="6480">20625</cx:pt>
          <cx:pt idx="6481">20625</cx:pt>
          <cx:pt idx="6482">20625</cx:pt>
          <cx:pt idx="6483">20625</cx:pt>
          <cx:pt idx="6484">20625</cx:pt>
          <cx:pt idx="6485">20625</cx:pt>
          <cx:pt idx="6486">20625</cx:pt>
          <cx:pt idx="6487">20625</cx:pt>
          <cx:pt idx="6488">20625</cx:pt>
          <cx:pt idx="6489">20625</cx:pt>
          <cx:pt idx="6490">20625</cx:pt>
          <cx:pt idx="6491">20625</cx:pt>
          <cx:pt idx="6492">20625</cx:pt>
          <cx:pt idx="6493">20625</cx:pt>
          <cx:pt idx="6494">20625</cx:pt>
          <cx:pt idx="6495">20625</cx:pt>
          <cx:pt idx="6496">20625</cx:pt>
          <cx:pt idx="6497">20625</cx:pt>
          <cx:pt idx="6498">20625</cx:pt>
          <cx:pt idx="6499">20625</cx:pt>
          <cx:pt idx="6500">20625</cx:pt>
          <cx:pt idx="6501">20625</cx:pt>
          <cx:pt idx="6502">20625</cx:pt>
          <cx:pt idx="6503">20625</cx:pt>
          <cx:pt idx="6504">20625</cx:pt>
          <cx:pt idx="6505">20625</cx:pt>
          <cx:pt idx="6506">20625</cx:pt>
          <cx:pt idx="6507">20625</cx:pt>
          <cx:pt idx="6508">20625</cx:pt>
          <cx:pt idx="6509">20625</cx:pt>
          <cx:pt idx="6510">20625</cx:pt>
          <cx:pt idx="6511">20625</cx:pt>
          <cx:pt idx="6512">20625</cx:pt>
          <cx:pt idx="6513">20625</cx:pt>
          <cx:pt idx="6514">20625</cx:pt>
          <cx:pt idx="6515">20625</cx:pt>
          <cx:pt idx="6516">20625</cx:pt>
          <cx:pt idx="6517">20625</cx:pt>
          <cx:pt idx="6518">20625</cx:pt>
          <cx:pt idx="6519">20625</cx:pt>
          <cx:pt idx="6520">20625</cx:pt>
          <cx:pt idx="6521">20625</cx:pt>
          <cx:pt idx="6522">20625</cx:pt>
          <cx:pt idx="6523">20625</cx:pt>
          <cx:pt idx="6524">20625</cx:pt>
          <cx:pt idx="6525">20625</cx:pt>
          <cx:pt idx="6526">20625</cx:pt>
          <cx:pt idx="6527">20625</cx:pt>
          <cx:pt idx="6528">20625</cx:pt>
          <cx:pt idx="6529">20625</cx:pt>
          <cx:pt idx="6530">20625</cx:pt>
          <cx:pt idx="6531">20625</cx:pt>
          <cx:pt idx="6532">20625</cx:pt>
          <cx:pt idx="6533">20625</cx:pt>
          <cx:pt idx="6534">20625</cx:pt>
          <cx:pt idx="6535">20625</cx:pt>
          <cx:pt idx="6536">20625</cx:pt>
          <cx:pt idx="6537">20625</cx:pt>
          <cx:pt idx="6538">20625</cx:pt>
          <cx:pt idx="6539">20625</cx:pt>
          <cx:pt idx="6540">20625</cx:pt>
          <cx:pt idx="6541">20625</cx:pt>
          <cx:pt idx="6542">20625</cx:pt>
          <cx:pt idx="6543">20625</cx:pt>
          <cx:pt idx="6544">20625</cx:pt>
          <cx:pt idx="6545">20625</cx:pt>
          <cx:pt idx="6546">20625</cx:pt>
          <cx:pt idx="6547">20625</cx:pt>
          <cx:pt idx="6548">20625</cx:pt>
          <cx:pt idx="6549">20625</cx:pt>
          <cx:pt idx="6550">20625</cx:pt>
          <cx:pt idx="6551">20625</cx:pt>
          <cx:pt idx="6552">20625</cx:pt>
          <cx:pt idx="6553">20625</cx:pt>
          <cx:pt idx="6554">20625</cx:pt>
          <cx:pt idx="6555">20625</cx:pt>
          <cx:pt idx="6556">20625</cx:pt>
          <cx:pt idx="6557">20625</cx:pt>
          <cx:pt idx="6558">20625</cx:pt>
          <cx:pt idx="6559">20625</cx:pt>
          <cx:pt idx="6560">20625</cx:pt>
          <cx:pt idx="6561">20625</cx:pt>
          <cx:pt idx="6562">20625</cx:pt>
          <cx:pt idx="6563">20625</cx:pt>
          <cx:pt idx="6564">20625</cx:pt>
          <cx:pt idx="6565">20625</cx:pt>
          <cx:pt idx="6566">20625</cx:pt>
          <cx:pt idx="6567">20625</cx:pt>
          <cx:pt idx="6568">20625</cx:pt>
          <cx:pt idx="6569">20625</cx:pt>
          <cx:pt idx="6570">20625</cx:pt>
          <cx:pt idx="6571">20625</cx:pt>
          <cx:pt idx="6572">20625</cx:pt>
          <cx:pt idx="6573">20625</cx:pt>
          <cx:pt idx="6574">20625</cx:pt>
          <cx:pt idx="6575">20625</cx:pt>
          <cx:pt idx="6576">20625</cx:pt>
          <cx:pt idx="6577">20625</cx:pt>
          <cx:pt idx="6578">20625</cx:pt>
          <cx:pt idx="6579">20625</cx:pt>
          <cx:pt idx="6580">20625</cx:pt>
          <cx:pt idx="6581">20625</cx:pt>
          <cx:pt idx="6582">20625</cx:pt>
          <cx:pt idx="6583">20625</cx:pt>
          <cx:pt idx="6584">20625</cx:pt>
          <cx:pt idx="6585">20625</cx:pt>
          <cx:pt idx="6586">20625</cx:pt>
          <cx:pt idx="6587">20625</cx:pt>
          <cx:pt idx="6588">20625</cx:pt>
          <cx:pt idx="6589">20625</cx:pt>
          <cx:pt idx="6590">20625</cx:pt>
          <cx:pt idx="6591">20625</cx:pt>
          <cx:pt idx="6592">20625</cx:pt>
          <cx:pt idx="6593">20625</cx:pt>
          <cx:pt idx="6594">20625</cx:pt>
          <cx:pt idx="6595">20625</cx:pt>
          <cx:pt idx="6596">20625</cx:pt>
          <cx:pt idx="6597">20625</cx:pt>
          <cx:pt idx="6598">20625</cx:pt>
          <cx:pt idx="6599">20625</cx:pt>
          <cx:pt idx="6600">20625</cx:pt>
          <cx:pt idx="6601">20625</cx:pt>
          <cx:pt idx="6602">20625</cx:pt>
          <cx:pt idx="6603">20625</cx:pt>
          <cx:pt idx="6604">21161</cx:pt>
          <cx:pt idx="6605">21161</cx:pt>
          <cx:pt idx="6606">21161</cx:pt>
          <cx:pt idx="6607">21161</cx:pt>
          <cx:pt idx="6608">21161</cx:pt>
          <cx:pt idx="6609">21161</cx:pt>
          <cx:pt idx="6610">21161</cx:pt>
          <cx:pt idx="6611">21161</cx:pt>
          <cx:pt idx="6612">21161</cx:pt>
          <cx:pt idx="6613">21161</cx:pt>
          <cx:pt idx="6614">21161</cx:pt>
          <cx:pt idx="6615">21161</cx:pt>
          <cx:pt idx="6616">21161</cx:pt>
          <cx:pt idx="6617">21161</cx:pt>
          <cx:pt idx="6618">21161</cx:pt>
          <cx:pt idx="6619">21161</cx:pt>
          <cx:pt idx="6620">21161</cx:pt>
          <cx:pt idx="6621">21161</cx:pt>
          <cx:pt idx="6622">21161</cx:pt>
          <cx:pt idx="6623">21161</cx:pt>
          <cx:pt idx="6624">21161</cx:pt>
          <cx:pt idx="6625">21161</cx:pt>
          <cx:pt idx="6626">21161</cx:pt>
          <cx:pt idx="6627">21161</cx:pt>
          <cx:pt idx="6628">21161</cx:pt>
          <cx:pt idx="6629">21161</cx:pt>
          <cx:pt idx="6630">21161</cx:pt>
          <cx:pt idx="6631">21161</cx:pt>
          <cx:pt idx="6632">21161</cx:pt>
          <cx:pt idx="6633">21161</cx:pt>
          <cx:pt idx="6634">21161</cx:pt>
          <cx:pt idx="6635">21161</cx:pt>
          <cx:pt idx="6636">21161</cx:pt>
          <cx:pt idx="6637">21161</cx:pt>
          <cx:pt idx="6638">21161</cx:pt>
          <cx:pt idx="6639">21161</cx:pt>
          <cx:pt idx="6640">21161</cx:pt>
          <cx:pt idx="6641">21161</cx:pt>
          <cx:pt idx="6642">21161</cx:pt>
          <cx:pt idx="6643">21161</cx:pt>
          <cx:pt idx="6644">21161</cx:pt>
          <cx:pt idx="6645">21161</cx:pt>
          <cx:pt idx="6646">21161</cx:pt>
          <cx:pt idx="6647">21161</cx:pt>
          <cx:pt idx="6648">21161</cx:pt>
          <cx:pt idx="6649">21161</cx:pt>
          <cx:pt idx="6650">21161</cx:pt>
          <cx:pt idx="6651">21161</cx:pt>
          <cx:pt idx="6652">21161</cx:pt>
          <cx:pt idx="6653">21161</cx:pt>
          <cx:pt idx="6654">21161</cx:pt>
          <cx:pt idx="6655">21161</cx:pt>
          <cx:pt idx="6656">21161</cx:pt>
          <cx:pt idx="6657">21161</cx:pt>
          <cx:pt idx="6658">21161</cx:pt>
          <cx:pt idx="6659">21161</cx:pt>
          <cx:pt idx="6660">21161</cx:pt>
          <cx:pt idx="6661">21161</cx:pt>
          <cx:pt idx="6662">21161</cx:pt>
          <cx:pt idx="6663">21161</cx:pt>
          <cx:pt idx="6664">21161</cx:pt>
          <cx:pt idx="6665">21161</cx:pt>
          <cx:pt idx="6666">21161</cx:pt>
          <cx:pt idx="6667">21161</cx:pt>
          <cx:pt idx="6668">21161</cx:pt>
          <cx:pt idx="6669">21161</cx:pt>
          <cx:pt idx="6670">21161</cx:pt>
          <cx:pt idx="6671">21161</cx:pt>
          <cx:pt idx="6672">21161</cx:pt>
          <cx:pt idx="6673">21161</cx:pt>
          <cx:pt idx="6674">21161</cx:pt>
          <cx:pt idx="6675">21161</cx:pt>
          <cx:pt idx="6676">21161</cx:pt>
          <cx:pt idx="6677">21161</cx:pt>
          <cx:pt idx="6678">21161</cx:pt>
          <cx:pt idx="6679">21161</cx:pt>
          <cx:pt idx="6680">21161</cx:pt>
          <cx:pt idx="6681">21161</cx:pt>
          <cx:pt idx="6682">21161</cx:pt>
          <cx:pt idx="6683">21161</cx:pt>
          <cx:pt idx="6684">21161</cx:pt>
          <cx:pt idx="6685">21161</cx:pt>
          <cx:pt idx="6686">21161</cx:pt>
          <cx:pt idx="6687">21161</cx:pt>
          <cx:pt idx="6688">21161</cx:pt>
          <cx:pt idx="6689">21161</cx:pt>
          <cx:pt idx="6690">21161</cx:pt>
          <cx:pt idx="6691">21161</cx:pt>
          <cx:pt idx="6692">21161</cx:pt>
          <cx:pt idx="6693">21161</cx:pt>
          <cx:pt idx="6694">21161</cx:pt>
          <cx:pt idx="6695">21161</cx:pt>
          <cx:pt idx="6696">21161</cx:pt>
          <cx:pt idx="6697">21161</cx:pt>
          <cx:pt idx="6698">21161</cx:pt>
          <cx:pt idx="6699">21161</cx:pt>
          <cx:pt idx="6700">21161</cx:pt>
          <cx:pt idx="6701">21161</cx:pt>
          <cx:pt idx="6702">21161</cx:pt>
          <cx:pt idx="6703">21161</cx:pt>
          <cx:pt idx="6704">21161</cx:pt>
          <cx:pt idx="6705">21161</cx:pt>
          <cx:pt idx="6706">21161</cx:pt>
          <cx:pt idx="6707">21161</cx:pt>
          <cx:pt idx="6708">21161</cx:pt>
          <cx:pt idx="6709">21161</cx:pt>
          <cx:pt idx="6710">21161</cx:pt>
          <cx:pt idx="6711">21161</cx:pt>
          <cx:pt idx="6712">21161</cx:pt>
          <cx:pt idx="6713">21161</cx:pt>
          <cx:pt idx="6714">21161</cx:pt>
          <cx:pt idx="6715">21161</cx:pt>
          <cx:pt idx="6716">21161</cx:pt>
          <cx:pt idx="6717">21161</cx:pt>
          <cx:pt idx="6718">21161</cx:pt>
          <cx:pt idx="6719">21161</cx:pt>
          <cx:pt idx="6720">21161</cx:pt>
          <cx:pt idx="6721">21161</cx:pt>
          <cx:pt idx="6722">21161</cx:pt>
          <cx:pt idx="6723">21161</cx:pt>
          <cx:pt idx="6724">21161</cx:pt>
          <cx:pt idx="6725">21161</cx:pt>
          <cx:pt idx="6726">21161</cx:pt>
          <cx:pt idx="6727">21161</cx:pt>
          <cx:pt idx="6728">21161</cx:pt>
          <cx:pt idx="6729">21161</cx:pt>
          <cx:pt idx="6730">21161</cx:pt>
          <cx:pt idx="6731">21161</cx:pt>
          <cx:pt idx="6732">21161</cx:pt>
          <cx:pt idx="6733">21161</cx:pt>
          <cx:pt idx="6734">21161</cx:pt>
          <cx:pt idx="6735">21696</cx:pt>
          <cx:pt idx="6736">21696</cx:pt>
          <cx:pt idx="6737">21696</cx:pt>
          <cx:pt idx="6738">21696</cx:pt>
          <cx:pt idx="6739">21696</cx:pt>
          <cx:pt idx="6740">21696</cx:pt>
          <cx:pt idx="6741">21696</cx:pt>
          <cx:pt idx="6742">21696</cx:pt>
          <cx:pt idx="6743">21696</cx:pt>
          <cx:pt idx="6744">21696</cx:pt>
          <cx:pt idx="6745">21696</cx:pt>
          <cx:pt idx="6746">21696</cx:pt>
          <cx:pt idx="6747">21696</cx:pt>
          <cx:pt idx="6748">21696</cx:pt>
          <cx:pt idx="6749">21696</cx:pt>
          <cx:pt idx="6750">21696</cx:pt>
          <cx:pt idx="6751">21696</cx:pt>
          <cx:pt idx="6752">21696</cx:pt>
          <cx:pt idx="6753">21696</cx:pt>
          <cx:pt idx="6754">21696</cx:pt>
          <cx:pt idx="6755">21696</cx:pt>
          <cx:pt idx="6756">21696</cx:pt>
          <cx:pt idx="6757">21696</cx:pt>
          <cx:pt idx="6758">21696</cx:pt>
          <cx:pt idx="6759">21696</cx:pt>
          <cx:pt idx="6760">21696</cx:pt>
          <cx:pt idx="6761">21696</cx:pt>
          <cx:pt idx="6762">21696</cx:pt>
          <cx:pt idx="6763">21696</cx:pt>
          <cx:pt idx="6764">21696</cx:pt>
          <cx:pt idx="6765">21696</cx:pt>
          <cx:pt idx="6766">21696</cx:pt>
          <cx:pt idx="6767">21696</cx:pt>
          <cx:pt idx="6768">21696</cx:pt>
          <cx:pt idx="6769">21696</cx:pt>
          <cx:pt idx="6770">21696</cx:pt>
          <cx:pt idx="6771">21696</cx:pt>
          <cx:pt idx="6772">21696</cx:pt>
          <cx:pt idx="6773">21696</cx:pt>
          <cx:pt idx="6774">21696</cx:pt>
          <cx:pt idx="6775">21696</cx:pt>
          <cx:pt idx="6776">21696</cx:pt>
          <cx:pt idx="6777">21696</cx:pt>
          <cx:pt idx="6778">21696</cx:pt>
          <cx:pt idx="6779">21696</cx:pt>
          <cx:pt idx="6780">21696</cx:pt>
          <cx:pt idx="6781">21696</cx:pt>
          <cx:pt idx="6782">21696</cx:pt>
          <cx:pt idx="6783">21696</cx:pt>
          <cx:pt idx="6784">21696</cx:pt>
          <cx:pt idx="6785">21696</cx:pt>
          <cx:pt idx="6786">21696</cx:pt>
          <cx:pt idx="6787">21696</cx:pt>
          <cx:pt idx="6788">21696</cx:pt>
          <cx:pt idx="6789">21696</cx:pt>
          <cx:pt idx="6790">21696</cx:pt>
          <cx:pt idx="6791">21696</cx:pt>
          <cx:pt idx="6792">21696</cx:pt>
          <cx:pt idx="6793">21696</cx:pt>
          <cx:pt idx="6794">21696</cx:pt>
          <cx:pt idx="6795">21696</cx:pt>
          <cx:pt idx="6796">21696</cx:pt>
          <cx:pt idx="6797">21696</cx:pt>
          <cx:pt idx="6798">21696</cx:pt>
          <cx:pt idx="6799">21696</cx:pt>
          <cx:pt idx="6800">21696</cx:pt>
          <cx:pt idx="6801">21696</cx:pt>
          <cx:pt idx="6802">21696</cx:pt>
          <cx:pt idx="6803">21696</cx:pt>
          <cx:pt idx="6804">21696</cx:pt>
          <cx:pt idx="6805">21696</cx:pt>
          <cx:pt idx="6806">21696</cx:pt>
          <cx:pt idx="6807">21696</cx:pt>
          <cx:pt idx="6808">21696</cx:pt>
          <cx:pt idx="6809">21696</cx:pt>
          <cx:pt idx="6810">21696</cx:pt>
          <cx:pt idx="6811">21696</cx:pt>
          <cx:pt idx="6812">21696</cx:pt>
          <cx:pt idx="6813">21696</cx:pt>
          <cx:pt idx="6814">21696</cx:pt>
          <cx:pt idx="6815">21696</cx:pt>
          <cx:pt idx="6816">21696</cx:pt>
          <cx:pt idx="6817">21696</cx:pt>
          <cx:pt idx="6818">21696</cx:pt>
          <cx:pt idx="6819">21696</cx:pt>
          <cx:pt idx="6820">21696</cx:pt>
          <cx:pt idx="6821">21696</cx:pt>
          <cx:pt idx="6822">21696</cx:pt>
          <cx:pt idx="6823">21696</cx:pt>
          <cx:pt idx="6824">21696</cx:pt>
          <cx:pt idx="6825">21696</cx:pt>
          <cx:pt idx="6826">21696</cx:pt>
          <cx:pt idx="6827">21696</cx:pt>
          <cx:pt idx="6828">21696</cx:pt>
          <cx:pt idx="6829">21696</cx:pt>
          <cx:pt idx="6830">21696</cx:pt>
          <cx:pt idx="6831">21696</cx:pt>
          <cx:pt idx="6832">21696</cx:pt>
          <cx:pt idx="6833">21696</cx:pt>
          <cx:pt idx="6834">21696</cx:pt>
          <cx:pt idx="6835">21696</cx:pt>
          <cx:pt idx="6836">21696</cx:pt>
          <cx:pt idx="6837">21696</cx:pt>
          <cx:pt idx="6838">21696</cx:pt>
          <cx:pt idx="6839">21696</cx:pt>
          <cx:pt idx="6840">21696</cx:pt>
          <cx:pt idx="6841">21696</cx:pt>
          <cx:pt idx="6842">21696</cx:pt>
          <cx:pt idx="6843">21696</cx:pt>
          <cx:pt idx="6844">21696</cx:pt>
          <cx:pt idx="6845">21696</cx:pt>
          <cx:pt idx="6846">22232</cx:pt>
          <cx:pt idx="6847">22232</cx:pt>
          <cx:pt idx="6848">22232</cx:pt>
          <cx:pt idx="6849">22232</cx:pt>
          <cx:pt idx="6850">22232</cx:pt>
          <cx:pt idx="6851">22232</cx:pt>
          <cx:pt idx="6852">22232</cx:pt>
          <cx:pt idx="6853">22232</cx:pt>
          <cx:pt idx="6854">22232</cx:pt>
          <cx:pt idx="6855">22232</cx:pt>
          <cx:pt idx="6856">22232</cx:pt>
          <cx:pt idx="6857">22232</cx:pt>
          <cx:pt idx="6858">22232</cx:pt>
          <cx:pt idx="6859">22232</cx:pt>
          <cx:pt idx="6860">22232</cx:pt>
          <cx:pt idx="6861">22232</cx:pt>
          <cx:pt idx="6862">22232</cx:pt>
          <cx:pt idx="6863">22232</cx:pt>
          <cx:pt idx="6864">22232</cx:pt>
          <cx:pt idx="6865">22232</cx:pt>
          <cx:pt idx="6866">22232</cx:pt>
          <cx:pt idx="6867">22232</cx:pt>
          <cx:pt idx="6868">22232</cx:pt>
          <cx:pt idx="6869">22232</cx:pt>
          <cx:pt idx="6870">22232</cx:pt>
          <cx:pt idx="6871">22232</cx:pt>
          <cx:pt idx="6872">22232</cx:pt>
          <cx:pt idx="6873">22232</cx:pt>
          <cx:pt idx="6874">22232</cx:pt>
          <cx:pt idx="6875">22232</cx:pt>
          <cx:pt idx="6876">22232</cx:pt>
          <cx:pt idx="6877">22232</cx:pt>
          <cx:pt idx="6878">22232</cx:pt>
          <cx:pt idx="6879">22232</cx:pt>
          <cx:pt idx="6880">22232</cx:pt>
          <cx:pt idx="6881">22232</cx:pt>
          <cx:pt idx="6882">22232</cx:pt>
          <cx:pt idx="6883">22232</cx:pt>
          <cx:pt idx="6884">22232</cx:pt>
          <cx:pt idx="6885">22232</cx:pt>
          <cx:pt idx="6886">22232</cx:pt>
          <cx:pt idx="6887">22232</cx:pt>
          <cx:pt idx="6888">22232</cx:pt>
          <cx:pt idx="6889">22232</cx:pt>
          <cx:pt idx="6890">22232</cx:pt>
          <cx:pt idx="6891">22232</cx:pt>
          <cx:pt idx="6892">22232</cx:pt>
          <cx:pt idx="6893">22232</cx:pt>
          <cx:pt idx="6894">22232</cx:pt>
          <cx:pt idx="6895">22232</cx:pt>
          <cx:pt idx="6896">22232</cx:pt>
          <cx:pt idx="6897">22232</cx:pt>
          <cx:pt idx="6898">22232</cx:pt>
          <cx:pt idx="6899">22232</cx:pt>
          <cx:pt idx="6900">22232</cx:pt>
          <cx:pt idx="6901">22232</cx:pt>
          <cx:pt idx="6902">22232</cx:pt>
          <cx:pt idx="6903">22232</cx:pt>
          <cx:pt idx="6904">22232</cx:pt>
          <cx:pt idx="6905">22232</cx:pt>
          <cx:pt idx="6906">22232</cx:pt>
          <cx:pt idx="6907">22232</cx:pt>
          <cx:pt idx="6908">22232</cx:pt>
          <cx:pt idx="6909">22232</cx:pt>
          <cx:pt idx="6910">22232</cx:pt>
          <cx:pt idx="6911">22232</cx:pt>
          <cx:pt idx="6912">22232</cx:pt>
          <cx:pt idx="6913">22232</cx:pt>
          <cx:pt idx="6914">22232</cx:pt>
          <cx:pt idx="6915">22232</cx:pt>
          <cx:pt idx="6916">22232</cx:pt>
          <cx:pt idx="6917">22232</cx:pt>
          <cx:pt idx="6918">22232</cx:pt>
          <cx:pt idx="6919">22232</cx:pt>
          <cx:pt idx="6920">22232</cx:pt>
          <cx:pt idx="6921">22232</cx:pt>
          <cx:pt idx="6922">22232</cx:pt>
          <cx:pt idx="6923">22232</cx:pt>
          <cx:pt idx="6924">22232</cx:pt>
          <cx:pt idx="6925">22232</cx:pt>
          <cx:pt idx="6926">22232</cx:pt>
          <cx:pt idx="6927">22232</cx:pt>
          <cx:pt idx="6928">22232</cx:pt>
          <cx:pt idx="6929">22232</cx:pt>
          <cx:pt idx="6930">22232</cx:pt>
          <cx:pt idx="6931">22232</cx:pt>
          <cx:pt idx="6932">22232</cx:pt>
          <cx:pt idx="6933">22232</cx:pt>
          <cx:pt idx="6934">22232</cx:pt>
          <cx:pt idx="6935">22232</cx:pt>
          <cx:pt idx="6936">22232</cx:pt>
          <cx:pt idx="6937">22768</cx:pt>
          <cx:pt idx="6938">22768</cx:pt>
          <cx:pt idx="6939">22768</cx:pt>
          <cx:pt idx="6940">22768</cx:pt>
          <cx:pt idx="6941">22768</cx:pt>
          <cx:pt idx="6942">22768</cx:pt>
          <cx:pt idx="6943">22768</cx:pt>
          <cx:pt idx="6944">22768</cx:pt>
          <cx:pt idx="6945">22768</cx:pt>
          <cx:pt idx="6946">22768</cx:pt>
          <cx:pt idx="6947">22768</cx:pt>
          <cx:pt idx="6948">22768</cx:pt>
          <cx:pt idx="6949">22768</cx:pt>
          <cx:pt idx="6950">22768</cx:pt>
          <cx:pt idx="6951">22768</cx:pt>
          <cx:pt idx="6952">22768</cx:pt>
          <cx:pt idx="6953">22768</cx:pt>
          <cx:pt idx="6954">22768</cx:pt>
          <cx:pt idx="6955">22768</cx:pt>
          <cx:pt idx="6956">22768</cx:pt>
          <cx:pt idx="6957">22768</cx:pt>
          <cx:pt idx="6958">22768</cx:pt>
          <cx:pt idx="6959">22768</cx:pt>
          <cx:pt idx="6960">22768</cx:pt>
          <cx:pt idx="6961">22768</cx:pt>
          <cx:pt idx="6962">22768</cx:pt>
          <cx:pt idx="6963">22768</cx:pt>
          <cx:pt idx="6964">22768</cx:pt>
          <cx:pt idx="6965">22768</cx:pt>
          <cx:pt idx="6966">22768</cx:pt>
          <cx:pt idx="6967">22768</cx:pt>
          <cx:pt idx="6968">22768</cx:pt>
          <cx:pt idx="6969">22768</cx:pt>
          <cx:pt idx="6970">22768</cx:pt>
          <cx:pt idx="6971">22768</cx:pt>
          <cx:pt idx="6972">22768</cx:pt>
          <cx:pt idx="6973">22768</cx:pt>
          <cx:pt idx="6974">22768</cx:pt>
          <cx:pt idx="6975">22768</cx:pt>
          <cx:pt idx="6976">22768</cx:pt>
          <cx:pt idx="6977">22768</cx:pt>
          <cx:pt idx="6978">22768</cx:pt>
          <cx:pt idx="6979">22768</cx:pt>
          <cx:pt idx="6980">22768</cx:pt>
          <cx:pt idx="6981">22768</cx:pt>
          <cx:pt idx="6982">22768</cx:pt>
          <cx:pt idx="6983">22768</cx:pt>
          <cx:pt idx="6984">22768</cx:pt>
          <cx:pt idx="6985">22768</cx:pt>
          <cx:pt idx="6986">22768</cx:pt>
          <cx:pt idx="6987">22768</cx:pt>
          <cx:pt idx="6988">22768</cx:pt>
          <cx:pt idx="6989">22768</cx:pt>
          <cx:pt idx="6990">22768</cx:pt>
          <cx:pt idx="6991">22768</cx:pt>
          <cx:pt idx="6992">22768</cx:pt>
          <cx:pt idx="6993">22768</cx:pt>
          <cx:pt idx="6994">22768</cx:pt>
          <cx:pt idx="6995">22768</cx:pt>
          <cx:pt idx="6996">22768</cx:pt>
          <cx:pt idx="6997">22768</cx:pt>
          <cx:pt idx="6998">22768</cx:pt>
          <cx:pt idx="6999">22768</cx:pt>
          <cx:pt idx="7000">22768</cx:pt>
          <cx:pt idx="7001">22768</cx:pt>
          <cx:pt idx="7002">22768</cx:pt>
          <cx:pt idx="7003">22768</cx:pt>
          <cx:pt idx="7004">22768</cx:pt>
          <cx:pt idx="7005">22768</cx:pt>
          <cx:pt idx="7006">22768</cx:pt>
          <cx:pt idx="7007">22768</cx:pt>
          <cx:pt idx="7008">22768</cx:pt>
          <cx:pt idx="7009">22768</cx:pt>
          <cx:pt idx="7010">22768</cx:pt>
          <cx:pt idx="7011">22768</cx:pt>
          <cx:pt idx="7012">22768</cx:pt>
          <cx:pt idx="7013">22768</cx:pt>
          <cx:pt idx="7014">22768</cx:pt>
          <cx:pt idx="7015">22768</cx:pt>
          <cx:pt idx="7016">22768</cx:pt>
          <cx:pt idx="7017">22768</cx:pt>
          <cx:pt idx="7018">22768</cx:pt>
          <cx:pt idx="7019">22768</cx:pt>
          <cx:pt idx="7020">22768</cx:pt>
          <cx:pt idx="7021">22768</cx:pt>
          <cx:pt idx="7022">22768</cx:pt>
          <cx:pt idx="7023">22768</cx:pt>
          <cx:pt idx="7024">22768</cx:pt>
          <cx:pt idx="7025">22768</cx:pt>
          <cx:pt idx="7026">22768</cx:pt>
          <cx:pt idx="7027">22768</cx:pt>
          <cx:pt idx="7028">22768</cx:pt>
          <cx:pt idx="7029">22768</cx:pt>
          <cx:pt idx="7030">22768</cx:pt>
          <cx:pt idx="7031">22768</cx:pt>
          <cx:pt idx="7032">22768</cx:pt>
          <cx:pt idx="7033">22768</cx:pt>
          <cx:pt idx="7034">22768</cx:pt>
          <cx:pt idx="7035">22768</cx:pt>
          <cx:pt idx="7036">22768</cx:pt>
          <cx:pt idx="7037">22768</cx:pt>
          <cx:pt idx="7038">22768</cx:pt>
          <cx:pt idx="7039">22768</cx:pt>
          <cx:pt idx="7040">22768</cx:pt>
          <cx:pt idx="7041">22768</cx:pt>
          <cx:pt idx="7042">22768</cx:pt>
          <cx:pt idx="7043">23304</cx:pt>
          <cx:pt idx="7044">23304</cx:pt>
          <cx:pt idx="7045">23304</cx:pt>
          <cx:pt idx="7046">23304</cx:pt>
          <cx:pt idx="7047">23304</cx:pt>
          <cx:pt idx="7048">23304</cx:pt>
          <cx:pt idx="7049">23304</cx:pt>
          <cx:pt idx="7050">23304</cx:pt>
          <cx:pt idx="7051">23304</cx:pt>
          <cx:pt idx="7052">23304</cx:pt>
          <cx:pt idx="7053">23304</cx:pt>
          <cx:pt idx="7054">23304</cx:pt>
          <cx:pt idx="7055">23304</cx:pt>
          <cx:pt idx="7056">23304</cx:pt>
          <cx:pt idx="7057">23304</cx:pt>
          <cx:pt idx="7058">23304</cx:pt>
          <cx:pt idx="7059">23304</cx:pt>
          <cx:pt idx="7060">23304</cx:pt>
          <cx:pt idx="7061">23304</cx:pt>
          <cx:pt idx="7062">23304</cx:pt>
          <cx:pt idx="7063">23304</cx:pt>
          <cx:pt idx="7064">23304</cx:pt>
          <cx:pt idx="7065">23304</cx:pt>
          <cx:pt idx="7066">23304</cx:pt>
          <cx:pt idx="7067">23304</cx:pt>
          <cx:pt idx="7068">23304</cx:pt>
          <cx:pt idx="7069">23304</cx:pt>
          <cx:pt idx="7070">23304</cx:pt>
          <cx:pt idx="7071">23304</cx:pt>
          <cx:pt idx="7072">23304</cx:pt>
          <cx:pt idx="7073">23304</cx:pt>
          <cx:pt idx="7074">23304</cx:pt>
          <cx:pt idx="7075">23304</cx:pt>
          <cx:pt idx="7076">23304</cx:pt>
          <cx:pt idx="7077">23304</cx:pt>
          <cx:pt idx="7078">23304</cx:pt>
          <cx:pt idx="7079">23304</cx:pt>
          <cx:pt idx="7080">23304</cx:pt>
          <cx:pt idx="7081">23304</cx:pt>
          <cx:pt idx="7082">23304</cx:pt>
          <cx:pt idx="7083">23304</cx:pt>
          <cx:pt idx="7084">23304</cx:pt>
          <cx:pt idx="7085">23304</cx:pt>
          <cx:pt idx="7086">23304</cx:pt>
          <cx:pt idx="7087">23304</cx:pt>
          <cx:pt idx="7088">23304</cx:pt>
          <cx:pt idx="7089">23304</cx:pt>
          <cx:pt idx="7090">23304</cx:pt>
          <cx:pt idx="7091">23304</cx:pt>
          <cx:pt idx="7092">23304</cx:pt>
          <cx:pt idx="7093">23304</cx:pt>
          <cx:pt idx="7094">23304</cx:pt>
          <cx:pt idx="7095">23304</cx:pt>
          <cx:pt idx="7096">23304</cx:pt>
          <cx:pt idx="7097">23304</cx:pt>
          <cx:pt idx="7098">23304</cx:pt>
          <cx:pt idx="7099">23304</cx:pt>
          <cx:pt idx="7100">23304</cx:pt>
          <cx:pt idx="7101">23304</cx:pt>
          <cx:pt idx="7102">23304</cx:pt>
          <cx:pt idx="7103">23304</cx:pt>
          <cx:pt idx="7104">23304</cx:pt>
          <cx:pt idx="7105">23304</cx:pt>
          <cx:pt idx="7106">23304</cx:pt>
          <cx:pt idx="7107">23304</cx:pt>
          <cx:pt idx="7108">23304</cx:pt>
          <cx:pt idx="7109">23304</cx:pt>
          <cx:pt idx="7110">23304</cx:pt>
          <cx:pt idx="7111">23304</cx:pt>
          <cx:pt idx="7112">23304</cx:pt>
          <cx:pt idx="7113">23304</cx:pt>
          <cx:pt idx="7114">23304</cx:pt>
          <cx:pt idx="7115">23304</cx:pt>
          <cx:pt idx="7116">23304</cx:pt>
          <cx:pt idx="7117">23304</cx:pt>
          <cx:pt idx="7118">23304</cx:pt>
          <cx:pt idx="7119">23304</cx:pt>
          <cx:pt idx="7120">23304</cx:pt>
          <cx:pt idx="7121">23304</cx:pt>
          <cx:pt idx="7122">23304</cx:pt>
          <cx:pt idx="7123">23304</cx:pt>
          <cx:pt idx="7124">23304</cx:pt>
          <cx:pt idx="7125">23304</cx:pt>
          <cx:pt idx="7126">23304</cx:pt>
          <cx:pt idx="7127">23839</cx:pt>
          <cx:pt idx="7128">23839</cx:pt>
          <cx:pt idx="7129">23839</cx:pt>
          <cx:pt idx="7130">23839</cx:pt>
          <cx:pt idx="7131">23839</cx:pt>
          <cx:pt idx="7132">23839</cx:pt>
          <cx:pt idx="7133">23839</cx:pt>
          <cx:pt idx="7134">23839</cx:pt>
          <cx:pt idx="7135">23839</cx:pt>
          <cx:pt idx="7136">23839</cx:pt>
          <cx:pt idx="7137">23839</cx:pt>
          <cx:pt idx="7138">23839</cx:pt>
          <cx:pt idx="7139">23839</cx:pt>
          <cx:pt idx="7140">23839</cx:pt>
          <cx:pt idx="7141">23839</cx:pt>
          <cx:pt idx="7142">23839</cx:pt>
          <cx:pt idx="7143">23839</cx:pt>
          <cx:pt idx="7144">23839</cx:pt>
          <cx:pt idx="7145">23839</cx:pt>
          <cx:pt idx="7146">23839</cx:pt>
          <cx:pt idx="7147">23839</cx:pt>
          <cx:pt idx="7148">23839</cx:pt>
          <cx:pt idx="7149">23839</cx:pt>
          <cx:pt idx="7150">23839</cx:pt>
          <cx:pt idx="7151">23839</cx:pt>
          <cx:pt idx="7152">23839</cx:pt>
          <cx:pt idx="7153">23839</cx:pt>
          <cx:pt idx="7154">23839</cx:pt>
          <cx:pt idx="7155">23839</cx:pt>
          <cx:pt idx="7156">23839</cx:pt>
          <cx:pt idx="7157">23839</cx:pt>
          <cx:pt idx="7158">23839</cx:pt>
          <cx:pt idx="7159">23839</cx:pt>
          <cx:pt idx="7160">23839</cx:pt>
          <cx:pt idx="7161">23839</cx:pt>
          <cx:pt idx="7162">23839</cx:pt>
          <cx:pt idx="7163">23839</cx:pt>
          <cx:pt idx="7164">23839</cx:pt>
          <cx:pt idx="7165">23839</cx:pt>
          <cx:pt idx="7166">23839</cx:pt>
          <cx:pt idx="7167">23839</cx:pt>
          <cx:pt idx="7168">23839</cx:pt>
          <cx:pt idx="7169">23839</cx:pt>
          <cx:pt idx="7170">23839</cx:pt>
          <cx:pt idx="7171">23839</cx:pt>
          <cx:pt idx="7172">23839</cx:pt>
          <cx:pt idx="7173">23839</cx:pt>
          <cx:pt idx="7174">23839</cx:pt>
          <cx:pt idx="7175">23839</cx:pt>
          <cx:pt idx="7176">23839</cx:pt>
          <cx:pt idx="7177">23839</cx:pt>
          <cx:pt idx="7178">23839</cx:pt>
          <cx:pt idx="7179">23839</cx:pt>
          <cx:pt idx="7180">23839</cx:pt>
          <cx:pt idx="7181">23839</cx:pt>
          <cx:pt idx="7182">23839</cx:pt>
          <cx:pt idx="7183">23839</cx:pt>
          <cx:pt idx="7184">23839</cx:pt>
          <cx:pt idx="7185">23839</cx:pt>
          <cx:pt idx="7186">23839</cx:pt>
          <cx:pt idx="7187">23839</cx:pt>
          <cx:pt idx="7188">23839</cx:pt>
          <cx:pt idx="7189">23839</cx:pt>
          <cx:pt idx="7190">23839</cx:pt>
          <cx:pt idx="7191">23839</cx:pt>
          <cx:pt idx="7192">23839</cx:pt>
          <cx:pt idx="7193">23839</cx:pt>
          <cx:pt idx="7194">23839</cx:pt>
          <cx:pt idx="7195">23839</cx:pt>
          <cx:pt idx="7196">23839</cx:pt>
          <cx:pt idx="7197">23839</cx:pt>
          <cx:pt idx="7198">23839</cx:pt>
          <cx:pt idx="7199">23839</cx:pt>
          <cx:pt idx="7200">23839</cx:pt>
          <cx:pt idx="7201">23839</cx:pt>
          <cx:pt idx="7202">23839</cx:pt>
          <cx:pt idx="7203">23839</cx:pt>
          <cx:pt idx="7204">23839</cx:pt>
          <cx:pt idx="7205">23839</cx:pt>
          <cx:pt idx="7206">23839</cx:pt>
          <cx:pt idx="7207">23839</cx:pt>
          <cx:pt idx="7208">23839</cx:pt>
          <cx:pt idx="7209">23839</cx:pt>
          <cx:pt idx="7210">23839</cx:pt>
          <cx:pt idx="7211">23839</cx:pt>
          <cx:pt idx="7212">23839</cx:pt>
          <cx:pt idx="7213">23839</cx:pt>
          <cx:pt idx="7214">23839</cx:pt>
          <cx:pt idx="7215">23839</cx:pt>
          <cx:pt idx="7216">23839</cx:pt>
          <cx:pt idx="7217">23839</cx:pt>
          <cx:pt idx="7218">23839</cx:pt>
          <cx:pt idx="7219">23839</cx:pt>
          <cx:pt idx="7220">23839</cx:pt>
          <cx:pt idx="7221">23839</cx:pt>
          <cx:pt idx="7222">24375</cx:pt>
          <cx:pt idx="7223">24375</cx:pt>
          <cx:pt idx="7224">24375</cx:pt>
          <cx:pt idx="7225">24375</cx:pt>
          <cx:pt idx="7226">24375</cx:pt>
          <cx:pt idx="7227">24375</cx:pt>
          <cx:pt idx="7228">24375</cx:pt>
          <cx:pt idx="7229">24375</cx:pt>
          <cx:pt idx="7230">24375</cx:pt>
          <cx:pt idx="7231">24375</cx:pt>
          <cx:pt idx="7232">24375</cx:pt>
          <cx:pt idx="7233">24375</cx:pt>
          <cx:pt idx="7234">24375</cx:pt>
          <cx:pt idx="7235">24375</cx:pt>
          <cx:pt idx="7236">24375</cx:pt>
          <cx:pt idx="7237">24375</cx:pt>
          <cx:pt idx="7238">24375</cx:pt>
          <cx:pt idx="7239">24375</cx:pt>
          <cx:pt idx="7240">24375</cx:pt>
          <cx:pt idx="7241">24375</cx:pt>
          <cx:pt idx="7242">24375</cx:pt>
          <cx:pt idx="7243">24375</cx:pt>
          <cx:pt idx="7244">24375</cx:pt>
          <cx:pt idx="7245">24375</cx:pt>
          <cx:pt idx="7246">24375</cx:pt>
          <cx:pt idx="7247">24375</cx:pt>
          <cx:pt idx="7248">24375</cx:pt>
          <cx:pt idx="7249">24375</cx:pt>
          <cx:pt idx="7250">24375</cx:pt>
          <cx:pt idx="7251">24375</cx:pt>
          <cx:pt idx="7252">24375</cx:pt>
          <cx:pt idx="7253">24375</cx:pt>
          <cx:pt idx="7254">24375</cx:pt>
          <cx:pt idx="7255">24375</cx:pt>
          <cx:pt idx="7256">24375</cx:pt>
          <cx:pt idx="7257">24375</cx:pt>
          <cx:pt idx="7258">24375</cx:pt>
          <cx:pt idx="7259">24375</cx:pt>
          <cx:pt idx="7260">24375</cx:pt>
          <cx:pt idx="7261">24375</cx:pt>
          <cx:pt idx="7262">24375</cx:pt>
          <cx:pt idx="7263">24375</cx:pt>
          <cx:pt idx="7264">24375</cx:pt>
          <cx:pt idx="7265">24375</cx:pt>
          <cx:pt idx="7266">24375</cx:pt>
          <cx:pt idx="7267">24375</cx:pt>
          <cx:pt idx="7268">24375</cx:pt>
          <cx:pt idx="7269">24375</cx:pt>
          <cx:pt idx="7270">24375</cx:pt>
          <cx:pt idx="7271">24375</cx:pt>
          <cx:pt idx="7272">24375</cx:pt>
          <cx:pt idx="7273">24375</cx:pt>
          <cx:pt idx="7274">24375</cx:pt>
          <cx:pt idx="7275">24375</cx:pt>
          <cx:pt idx="7276">24375</cx:pt>
          <cx:pt idx="7277">24375</cx:pt>
          <cx:pt idx="7278">24375</cx:pt>
          <cx:pt idx="7279">24375</cx:pt>
          <cx:pt idx="7280">24375</cx:pt>
          <cx:pt idx="7281">24375</cx:pt>
          <cx:pt idx="7282">24375</cx:pt>
          <cx:pt idx="7283">24375</cx:pt>
          <cx:pt idx="7284">24375</cx:pt>
          <cx:pt idx="7285">24375</cx:pt>
          <cx:pt idx="7286">24375</cx:pt>
          <cx:pt idx="7287">24375</cx:pt>
          <cx:pt idx="7288">24375</cx:pt>
          <cx:pt idx="7289">24375</cx:pt>
          <cx:pt idx="7290">24911</cx:pt>
          <cx:pt idx="7291">24911</cx:pt>
          <cx:pt idx="7292">24911</cx:pt>
          <cx:pt idx="7293">24911</cx:pt>
          <cx:pt idx="7294">24911</cx:pt>
          <cx:pt idx="7295">24911</cx:pt>
          <cx:pt idx="7296">24911</cx:pt>
          <cx:pt idx="7297">24911</cx:pt>
          <cx:pt idx="7298">24911</cx:pt>
          <cx:pt idx="7299">24911</cx:pt>
          <cx:pt idx="7300">24911</cx:pt>
          <cx:pt idx="7301">24911</cx:pt>
          <cx:pt idx="7302">24911</cx:pt>
          <cx:pt idx="7303">24911</cx:pt>
          <cx:pt idx="7304">24911</cx:pt>
          <cx:pt idx="7305">24911</cx:pt>
          <cx:pt idx="7306">24911</cx:pt>
          <cx:pt idx="7307">24911</cx:pt>
          <cx:pt idx="7308">24911</cx:pt>
          <cx:pt idx="7309">24911</cx:pt>
          <cx:pt idx="7310">24911</cx:pt>
          <cx:pt idx="7311">24911</cx:pt>
          <cx:pt idx="7312">24911</cx:pt>
          <cx:pt idx="7313">24911</cx:pt>
          <cx:pt idx="7314">24911</cx:pt>
          <cx:pt idx="7315">24911</cx:pt>
          <cx:pt idx="7316">24911</cx:pt>
          <cx:pt idx="7317">24911</cx:pt>
          <cx:pt idx="7318">24911</cx:pt>
          <cx:pt idx="7319">24911</cx:pt>
          <cx:pt idx="7320">24911</cx:pt>
          <cx:pt idx="7321">24911</cx:pt>
          <cx:pt idx="7322">24911</cx:pt>
          <cx:pt idx="7323">24911</cx:pt>
          <cx:pt idx="7324">24911</cx:pt>
          <cx:pt idx="7325">24911</cx:pt>
          <cx:pt idx="7326">24911</cx:pt>
          <cx:pt idx="7327">24911</cx:pt>
          <cx:pt idx="7328">24911</cx:pt>
          <cx:pt idx="7329">24911</cx:pt>
          <cx:pt idx="7330">24911</cx:pt>
          <cx:pt idx="7331">24911</cx:pt>
          <cx:pt idx="7332">24911</cx:pt>
          <cx:pt idx="7333">24911</cx:pt>
          <cx:pt idx="7334">24911</cx:pt>
          <cx:pt idx="7335">24911</cx:pt>
          <cx:pt idx="7336">24911</cx:pt>
          <cx:pt idx="7337">24911</cx:pt>
          <cx:pt idx="7338">24911</cx:pt>
          <cx:pt idx="7339">24911</cx:pt>
          <cx:pt idx="7340">24911</cx:pt>
          <cx:pt idx="7341">24911</cx:pt>
          <cx:pt idx="7342">24911</cx:pt>
          <cx:pt idx="7343">24911</cx:pt>
          <cx:pt idx="7344">24911</cx:pt>
          <cx:pt idx="7345">24911</cx:pt>
          <cx:pt idx="7346">24911</cx:pt>
          <cx:pt idx="7347">24911</cx:pt>
          <cx:pt idx="7348">24911</cx:pt>
          <cx:pt idx="7349">24911</cx:pt>
          <cx:pt idx="7350">24911</cx:pt>
          <cx:pt idx="7351">24911</cx:pt>
          <cx:pt idx="7352">24911</cx:pt>
          <cx:pt idx="7353">24911</cx:pt>
          <cx:pt idx="7354">24911</cx:pt>
          <cx:pt idx="7355">24911</cx:pt>
          <cx:pt idx="7356">24911</cx:pt>
          <cx:pt idx="7357">24911</cx:pt>
          <cx:pt idx="7358">24911</cx:pt>
          <cx:pt idx="7359">24911</cx:pt>
          <cx:pt idx="7360">24911</cx:pt>
          <cx:pt idx="7361">25446</cx:pt>
          <cx:pt idx="7362">25446</cx:pt>
          <cx:pt idx="7363">25446</cx:pt>
          <cx:pt idx="7364">25446</cx:pt>
          <cx:pt idx="7365">25446</cx:pt>
          <cx:pt idx="7366">25446</cx:pt>
          <cx:pt idx="7367">25446</cx:pt>
          <cx:pt idx="7368">25446</cx:pt>
          <cx:pt idx="7369">25446</cx:pt>
          <cx:pt idx="7370">25446</cx:pt>
          <cx:pt idx="7371">25446</cx:pt>
          <cx:pt idx="7372">25446</cx:pt>
          <cx:pt idx="7373">25446</cx:pt>
          <cx:pt idx="7374">25446</cx:pt>
          <cx:pt idx="7375">25446</cx:pt>
          <cx:pt idx="7376">25446</cx:pt>
          <cx:pt idx="7377">25446</cx:pt>
          <cx:pt idx="7378">25446</cx:pt>
          <cx:pt idx="7379">25446</cx:pt>
          <cx:pt idx="7380">25446</cx:pt>
          <cx:pt idx="7381">25446</cx:pt>
          <cx:pt idx="7382">25446</cx:pt>
          <cx:pt idx="7383">25446</cx:pt>
          <cx:pt idx="7384">25446</cx:pt>
          <cx:pt idx="7385">25446</cx:pt>
          <cx:pt idx="7386">25446</cx:pt>
          <cx:pt idx="7387">25446</cx:pt>
          <cx:pt idx="7388">25446</cx:pt>
          <cx:pt idx="7389">25446</cx:pt>
          <cx:pt idx="7390">25446</cx:pt>
          <cx:pt idx="7391">25446</cx:pt>
          <cx:pt idx="7392">25446</cx:pt>
          <cx:pt idx="7393">25446</cx:pt>
          <cx:pt idx="7394">25446</cx:pt>
          <cx:pt idx="7395">25446</cx:pt>
          <cx:pt idx="7396">25446</cx:pt>
          <cx:pt idx="7397">25446</cx:pt>
          <cx:pt idx="7398">25446</cx:pt>
          <cx:pt idx="7399">25446</cx:pt>
          <cx:pt idx="7400">25446</cx:pt>
          <cx:pt idx="7401">25446</cx:pt>
          <cx:pt idx="7402">25446</cx:pt>
          <cx:pt idx="7403">25446</cx:pt>
          <cx:pt idx="7404">25446</cx:pt>
          <cx:pt idx="7405">25446</cx:pt>
          <cx:pt idx="7406">25446</cx:pt>
          <cx:pt idx="7407">25446</cx:pt>
          <cx:pt idx="7408">25446</cx:pt>
          <cx:pt idx="7409">25446</cx:pt>
          <cx:pt idx="7410">25446</cx:pt>
          <cx:pt idx="7411">25446</cx:pt>
          <cx:pt idx="7412">25446</cx:pt>
          <cx:pt idx="7413">25446</cx:pt>
          <cx:pt idx="7414">25446</cx:pt>
          <cx:pt idx="7415">25446</cx:pt>
          <cx:pt idx="7416">25446</cx:pt>
          <cx:pt idx="7417">25446</cx:pt>
          <cx:pt idx="7418">25446</cx:pt>
          <cx:pt idx="7419">25446</cx:pt>
          <cx:pt idx="7420">25446</cx:pt>
          <cx:pt idx="7421">25982</cx:pt>
          <cx:pt idx="7422">25982</cx:pt>
          <cx:pt idx="7423">25982</cx:pt>
          <cx:pt idx="7424">25982</cx:pt>
          <cx:pt idx="7425">25982</cx:pt>
          <cx:pt idx="7426">25982</cx:pt>
          <cx:pt idx="7427">25982</cx:pt>
          <cx:pt idx="7428">25982</cx:pt>
          <cx:pt idx="7429">25982</cx:pt>
          <cx:pt idx="7430">25982</cx:pt>
          <cx:pt idx="7431">25982</cx:pt>
          <cx:pt idx="7432">25982</cx:pt>
          <cx:pt idx="7433">25982</cx:pt>
          <cx:pt idx="7434">25982</cx:pt>
          <cx:pt idx="7435">25982</cx:pt>
          <cx:pt idx="7436">25982</cx:pt>
          <cx:pt idx="7437">25982</cx:pt>
          <cx:pt idx="7438">25982</cx:pt>
          <cx:pt idx="7439">25982</cx:pt>
          <cx:pt idx="7440">25982</cx:pt>
          <cx:pt idx="7441">25982</cx:pt>
          <cx:pt idx="7442">25982</cx:pt>
          <cx:pt idx="7443">25982</cx:pt>
          <cx:pt idx="7444">25982</cx:pt>
          <cx:pt idx="7445">25982</cx:pt>
          <cx:pt idx="7446">25982</cx:pt>
          <cx:pt idx="7447">25982</cx:pt>
          <cx:pt idx="7448">25982</cx:pt>
          <cx:pt idx="7449">25982</cx:pt>
          <cx:pt idx="7450">25982</cx:pt>
          <cx:pt idx="7451">25982</cx:pt>
          <cx:pt idx="7452">25982</cx:pt>
          <cx:pt idx="7453">25982</cx:pt>
          <cx:pt idx="7454">25982</cx:pt>
          <cx:pt idx="7455">25982</cx:pt>
          <cx:pt idx="7456">25982</cx:pt>
          <cx:pt idx="7457">25982</cx:pt>
          <cx:pt idx="7458">25982</cx:pt>
          <cx:pt idx="7459">25982</cx:pt>
          <cx:pt idx="7460">25982</cx:pt>
          <cx:pt idx="7461">25982</cx:pt>
          <cx:pt idx="7462">25982</cx:pt>
          <cx:pt idx="7463">25982</cx:pt>
          <cx:pt idx="7464">25982</cx:pt>
          <cx:pt idx="7465">25982</cx:pt>
          <cx:pt idx="7466">25982</cx:pt>
          <cx:pt idx="7467">25982</cx:pt>
          <cx:pt idx="7468">26518</cx:pt>
          <cx:pt idx="7469">26518</cx:pt>
          <cx:pt idx="7470">26518</cx:pt>
          <cx:pt idx="7471">26518</cx:pt>
          <cx:pt idx="7472">26518</cx:pt>
          <cx:pt idx="7473">26518</cx:pt>
          <cx:pt idx="7474">26518</cx:pt>
          <cx:pt idx="7475">26518</cx:pt>
          <cx:pt idx="7476">26518</cx:pt>
          <cx:pt idx="7477">26518</cx:pt>
          <cx:pt idx="7478">26518</cx:pt>
          <cx:pt idx="7479">26518</cx:pt>
          <cx:pt idx="7480">26518</cx:pt>
          <cx:pt idx="7481">26518</cx:pt>
          <cx:pt idx="7482">26518</cx:pt>
          <cx:pt idx="7483">26518</cx:pt>
          <cx:pt idx="7484">26518</cx:pt>
          <cx:pt idx="7485">26518</cx:pt>
          <cx:pt idx="7486">26518</cx:pt>
          <cx:pt idx="7487">26518</cx:pt>
          <cx:pt idx="7488">26518</cx:pt>
          <cx:pt idx="7489">26518</cx:pt>
          <cx:pt idx="7490">26518</cx:pt>
          <cx:pt idx="7491">26518</cx:pt>
          <cx:pt idx="7492">26518</cx:pt>
          <cx:pt idx="7493">26518</cx:pt>
          <cx:pt idx="7494">26518</cx:pt>
          <cx:pt idx="7495">26518</cx:pt>
          <cx:pt idx="7496">26518</cx:pt>
          <cx:pt idx="7497">26518</cx:pt>
          <cx:pt idx="7498">26518</cx:pt>
          <cx:pt idx="7499">26518</cx:pt>
          <cx:pt idx="7500">26518</cx:pt>
          <cx:pt idx="7501">26518</cx:pt>
          <cx:pt idx="7502">26518</cx:pt>
          <cx:pt idx="7503">26518</cx:pt>
          <cx:pt idx="7504">26518</cx:pt>
          <cx:pt idx="7505">26518</cx:pt>
          <cx:pt idx="7506">26518</cx:pt>
          <cx:pt idx="7507">26518</cx:pt>
          <cx:pt idx="7508">26518</cx:pt>
          <cx:pt idx="7509">26518</cx:pt>
          <cx:pt idx="7510">26518</cx:pt>
          <cx:pt idx="7511">26518</cx:pt>
          <cx:pt idx="7512">26518</cx:pt>
          <cx:pt idx="7513">26518</cx:pt>
          <cx:pt idx="7514">26518</cx:pt>
          <cx:pt idx="7515">26518</cx:pt>
          <cx:pt idx="7516">26518</cx:pt>
          <cx:pt idx="7517">26518</cx:pt>
          <cx:pt idx="7518">26518</cx:pt>
          <cx:pt idx="7519">27054</cx:pt>
          <cx:pt idx="7520">27054</cx:pt>
          <cx:pt idx="7521">27054</cx:pt>
          <cx:pt idx="7522">27054</cx:pt>
          <cx:pt idx="7523">27054</cx:pt>
          <cx:pt idx="7524">27054</cx:pt>
          <cx:pt idx="7525">27054</cx:pt>
          <cx:pt idx="7526">27054</cx:pt>
          <cx:pt idx="7527">27054</cx:pt>
          <cx:pt idx="7528">27054</cx:pt>
          <cx:pt idx="7529">27054</cx:pt>
          <cx:pt idx="7530">27054</cx:pt>
          <cx:pt idx="7531">27054</cx:pt>
          <cx:pt idx="7532">27054</cx:pt>
          <cx:pt idx="7533">27054</cx:pt>
          <cx:pt idx="7534">27054</cx:pt>
          <cx:pt idx="7535">27054</cx:pt>
          <cx:pt idx="7536">27054</cx:pt>
          <cx:pt idx="7537">27054</cx:pt>
          <cx:pt idx="7538">27054</cx:pt>
          <cx:pt idx="7539">27054</cx:pt>
          <cx:pt idx="7540">27054</cx:pt>
          <cx:pt idx="7541">27054</cx:pt>
          <cx:pt idx="7542">27054</cx:pt>
          <cx:pt idx="7543">27054</cx:pt>
          <cx:pt idx="7544">27054</cx:pt>
          <cx:pt idx="7545">27054</cx:pt>
          <cx:pt idx="7546">27054</cx:pt>
          <cx:pt idx="7547">27054</cx:pt>
          <cx:pt idx="7548">27054</cx:pt>
          <cx:pt idx="7549">27054</cx:pt>
          <cx:pt idx="7550">27054</cx:pt>
          <cx:pt idx="7551">27054</cx:pt>
          <cx:pt idx="7552">27054</cx:pt>
          <cx:pt idx="7553">27054</cx:pt>
          <cx:pt idx="7554">27054</cx:pt>
          <cx:pt idx="7555">27054</cx:pt>
          <cx:pt idx="7556">27054</cx:pt>
          <cx:pt idx="7557">27054</cx:pt>
          <cx:pt idx="7558">27054</cx:pt>
          <cx:pt idx="7559">27054</cx:pt>
          <cx:pt idx="7560">27589</cx:pt>
          <cx:pt idx="7561">27589</cx:pt>
          <cx:pt idx="7562">27589</cx:pt>
          <cx:pt idx="7563">27589</cx:pt>
          <cx:pt idx="7564">27589</cx:pt>
          <cx:pt idx="7565">27589</cx:pt>
          <cx:pt idx="7566">27589</cx:pt>
          <cx:pt idx="7567">27589</cx:pt>
          <cx:pt idx="7568">27589</cx:pt>
          <cx:pt idx="7569">27589</cx:pt>
          <cx:pt idx="7570">27589</cx:pt>
          <cx:pt idx="7571">27589</cx:pt>
          <cx:pt idx="7572">27589</cx:pt>
          <cx:pt idx="7573">27589</cx:pt>
          <cx:pt idx="7574">27589</cx:pt>
          <cx:pt idx="7575">27589</cx:pt>
          <cx:pt idx="7576">27589</cx:pt>
          <cx:pt idx="7577">27589</cx:pt>
          <cx:pt idx="7578">27589</cx:pt>
          <cx:pt idx="7579">27589</cx:pt>
          <cx:pt idx="7580">27589</cx:pt>
          <cx:pt idx="7581">27589</cx:pt>
          <cx:pt idx="7582">27589</cx:pt>
          <cx:pt idx="7583">27589</cx:pt>
          <cx:pt idx="7584">27589</cx:pt>
          <cx:pt idx="7585">27589</cx:pt>
          <cx:pt idx="7586">27589</cx:pt>
          <cx:pt idx="7587">27589</cx:pt>
          <cx:pt idx="7588">27589</cx:pt>
          <cx:pt idx="7589">27589</cx:pt>
          <cx:pt idx="7590">27589</cx:pt>
          <cx:pt idx="7591">27589</cx:pt>
          <cx:pt idx="7592">27589</cx:pt>
          <cx:pt idx="7593">27589</cx:pt>
          <cx:pt idx="7594">27589</cx:pt>
          <cx:pt idx="7595">27589</cx:pt>
          <cx:pt idx="7596">27589</cx:pt>
          <cx:pt idx="7597">27589</cx:pt>
          <cx:pt idx="7598">27589</cx:pt>
          <cx:pt idx="7599">27589</cx:pt>
          <cx:pt idx="7600">27589</cx:pt>
          <cx:pt idx="7601">28125</cx:pt>
          <cx:pt idx="7602">28125</cx:pt>
          <cx:pt idx="7603">28125</cx:pt>
          <cx:pt idx="7604">28125</cx:pt>
          <cx:pt idx="7605">28125</cx:pt>
          <cx:pt idx="7606">28125</cx:pt>
          <cx:pt idx="7607">28125</cx:pt>
          <cx:pt idx="7608">28125</cx:pt>
          <cx:pt idx="7609">28125</cx:pt>
          <cx:pt idx="7610">28125</cx:pt>
          <cx:pt idx="7611">28125</cx:pt>
          <cx:pt idx="7612">28125</cx:pt>
          <cx:pt idx="7613">28125</cx:pt>
          <cx:pt idx="7614">28125</cx:pt>
          <cx:pt idx="7615">28125</cx:pt>
          <cx:pt idx="7616">28125</cx:pt>
          <cx:pt idx="7617">28125</cx:pt>
          <cx:pt idx="7618">28125</cx:pt>
          <cx:pt idx="7619">28125</cx:pt>
          <cx:pt idx="7620">28125</cx:pt>
          <cx:pt idx="7621">28125</cx:pt>
          <cx:pt idx="7622">28125</cx:pt>
          <cx:pt idx="7623">28125</cx:pt>
          <cx:pt idx="7624">28125</cx:pt>
          <cx:pt idx="7625">28125</cx:pt>
          <cx:pt idx="7626">28125</cx:pt>
          <cx:pt idx="7627">28125</cx:pt>
          <cx:pt idx="7628">28125</cx:pt>
          <cx:pt idx="7629">28125</cx:pt>
          <cx:pt idx="7630">28125</cx:pt>
          <cx:pt idx="7631">28125</cx:pt>
          <cx:pt idx="7632">28125</cx:pt>
          <cx:pt idx="7633">28125</cx:pt>
          <cx:pt idx="7634">28125</cx:pt>
          <cx:pt idx="7635">28125</cx:pt>
          <cx:pt idx="7636">28125</cx:pt>
          <cx:pt idx="7637">28125</cx:pt>
          <cx:pt idx="7638">28125</cx:pt>
          <cx:pt idx="7639">28125</cx:pt>
          <cx:pt idx="7640">28125</cx:pt>
          <cx:pt idx="7641">28125</cx:pt>
          <cx:pt idx="7642">28125</cx:pt>
          <cx:pt idx="7643">28125</cx:pt>
          <cx:pt idx="7644">28125</cx:pt>
          <cx:pt idx="7645">28125</cx:pt>
          <cx:pt idx="7646">28125</cx:pt>
          <cx:pt idx="7647">28661</cx:pt>
          <cx:pt idx="7648">28661</cx:pt>
          <cx:pt idx="7649">28661</cx:pt>
          <cx:pt idx="7650">28661</cx:pt>
          <cx:pt idx="7651">28661</cx:pt>
          <cx:pt idx="7652">28661</cx:pt>
          <cx:pt idx="7653">28661</cx:pt>
          <cx:pt idx="7654">28661</cx:pt>
          <cx:pt idx="7655">28661</cx:pt>
          <cx:pt idx="7656">28661</cx:pt>
          <cx:pt idx="7657">28661</cx:pt>
          <cx:pt idx="7658">28661</cx:pt>
          <cx:pt idx="7659">28661</cx:pt>
          <cx:pt idx="7660">28661</cx:pt>
          <cx:pt idx="7661">28661</cx:pt>
          <cx:pt idx="7662">28661</cx:pt>
          <cx:pt idx="7663">28661</cx:pt>
          <cx:pt idx="7664">28661</cx:pt>
          <cx:pt idx="7665">28661</cx:pt>
          <cx:pt idx="7666">28661</cx:pt>
          <cx:pt idx="7667">28661</cx:pt>
          <cx:pt idx="7668">28661</cx:pt>
          <cx:pt idx="7669">28661</cx:pt>
          <cx:pt idx="7670">28661</cx:pt>
          <cx:pt idx="7671">28661</cx:pt>
          <cx:pt idx="7672">28661</cx:pt>
          <cx:pt idx="7673">28661</cx:pt>
          <cx:pt idx="7674">28661</cx:pt>
          <cx:pt idx="7675">28661</cx:pt>
          <cx:pt idx="7676">28661</cx:pt>
          <cx:pt idx="7677">28661</cx:pt>
          <cx:pt idx="7678">28661</cx:pt>
          <cx:pt idx="7679">28661</cx:pt>
          <cx:pt idx="7680">28661</cx:pt>
          <cx:pt idx="7681">28661</cx:pt>
          <cx:pt idx="7682">28661</cx:pt>
          <cx:pt idx="7683">29196</cx:pt>
          <cx:pt idx="7684">29196</cx:pt>
          <cx:pt idx="7685">29196</cx:pt>
          <cx:pt idx="7686">29196</cx:pt>
          <cx:pt idx="7687">29196</cx:pt>
          <cx:pt idx="7688">29196</cx:pt>
          <cx:pt idx="7689">29196</cx:pt>
          <cx:pt idx="7690">29196</cx:pt>
          <cx:pt idx="7691">29196</cx:pt>
          <cx:pt idx="7692">29196</cx:pt>
          <cx:pt idx="7693">29196</cx:pt>
          <cx:pt idx="7694">29196</cx:pt>
          <cx:pt idx="7695">29196</cx:pt>
          <cx:pt idx="7696">29196</cx:pt>
          <cx:pt idx="7697">29196</cx:pt>
          <cx:pt idx="7698">29196</cx:pt>
          <cx:pt idx="7699">29196</cx:pt>
          <cx:pt idx="7700">29196</cx:pt>
          <cx:pt idx="7701">29196</cx:pt>
          <cx:pt idx="7702">29196</cx:pt>
          <cx:pt idx="7703">29196</cx:pt>
          <cx:pt idx="7704">29196</cx:pt>
          <cx:pt idx="7705">29196</cx:pt>
          <cx:pt idx="7706">29196</cx:pt>
          <cx:pt idx="7707">29196</cx:pt>
          <cx:pt idx="7708">29196</cx:pt>
          <cx:pt idx="7709">29196</cx:pt>
          <cx:pt idx="7710">29196</cx:pt>
          <cx:pt idx="7711">29196</cx:pt>
          <cx:pt idx="7712">29196</cx:pt>
          <cx:pt idx="7713">29732</cx:pt>
          <cx:pt idx="7714">29732</cx:pt>
          <cx:pt idx="7715">29732</cx:pt>
          <cx:pt idx="7716">29732</cx:pt>
          <cx:pt idx="7717">29732</cx:pt>
          <cx:pt idx="7718">29732</cx:pt>
          <cx:pt idx="7719">29732</cx:pt>
          <cx:pt idx="7720">29732</cx:pt>
          <cx:pt idx="7721">29732</cx:pt>
          <cx:pt idx="7722">29732</cx:pt>
          <cx:pt idx="7723">29732</cx:pt>
          <cx:pt idx="7724">29732</cx:pt>
          <cx:pt idx="7725">29732</cx:pt>
          <cx:pt idx="7726">29732</cx:pt>
          <cx:pt idx="7727">29732</cx:pt>
          <cx:pt idx="7728">29732</cx:pt>
          <cx:pt idx="7729">29732</cx:pt>
          <cx:pt idx="7730">29732</cx:pt>
          <cx:pt idx="7731">29732</cx:pt>
          <cx:pt idx="7732">29732</cx:pt>
          <cx:pt idx="7733">29732</cx:pt>
          <cx:pt idx="7734">29732</cx:pt>
          <cx:pt idx="7735">29732</cx:pt>
          <cx:pt idx="7736">29732</cx:pt>
          <cx:pt idx="7737">29732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回测检验</a:t>
            </a:r>
            <a:r>
              <a:rPr lang="en-US" altLang="zh-CN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1</a:t>
            </a: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 </a:t>
            </a:r>
            <a:r>
              <a:rPr lang="en-US" altLang="zh-CN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-</a:t>
            </a: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 极印</a:t>
            </a:r>
            <a:r>
              <a:rPr lang="en-US" altLang="zh-CN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S1</a:t>
            </a: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（￥</a:t>
            </a:r>
            <a:r>
              <a:rPr lang="en-US" altLang="zh-CN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1799, 26-04</a:t>
            </a: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上市）</a:t>
            </a:r>
          </a:p>
        </cx:rich>
      </cx:tx>
    </cx:title>
    <cx:plotArea>
      <cx:plotAreaRegion>
        <cx:series layoutId="clusteredColumn" uniqueId="{00000000-3FA4-49E7-A5A8-28C3C6C56850}">
          <cx:tx>
            <cx:txData>
              <cx:f>Sheet1!$A$1</cx:f>
              <cx:v>系列 1</cx:v>
            </cx:txData>
          </cx:tx>
          <cx:dataPt idx="10">
            <cx:spPr>
              <a:solidFill>
                <a:srgbClr val="EA7728"/>
              </a:solidFill>
            </cx:spPr>
          </cx:dataPt>
          <cx:dataPt idx="43">
            <cx:spPr>
              <a:solidFill>
                <a:srgbClr val="EA7728"/>
              </a:solidFill>
            </cx:spPr>
          </cx:dataPt>
          <cx:dataId val="0"/>
          <cx:layoutPr>
            <cx:binning intervalClosed="r">
              <cx:binSize val="536"/>
            </cx:binning>
          </cx:layoutPr>
        </cx:series>
      </cx:plotAreaRegion>
      <cx:axis id="0" hidden="1">
        <cx:catScaling gapWidth="0.150000006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D2018-1B90-4F6A-A637-180639EB00A6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2B6A3-E7C4-4B6F-8565-FAEBBEFAD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13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32638" y="6308421"/>
            <a:ext cx="2726724" cy="3017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4749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32639" y="6308421"/>
            <a:ext cx="2726723" cy="30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30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540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228725"/>
            <a:ext cx="5181600" cy="49482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228725"/>
            <a:ext cx="5181600" cy="49482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412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8964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649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72883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62882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6599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52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C8F0D76-B11D-4625-AABB-57004887DA20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723350-E38C-4807-A799-887AE14AC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218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883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de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3710214" y="1803170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3710214" y="2543158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3710214" y="3283147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3710214" y="4023135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3710214" y="1063182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30" name="TextBox 29"/>
          <p:cNvSpPr txBox="1"/>
          <p:nvPr userDrawn="1"/>
        </p:nvSpPr>
        <p:spPr>
          <a:xfrm>
            <a:off x="3286498" y="848438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3286498" y="1586193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</a:p>
        </p:txBody>
      </p:sp>
      <p:sp>
        <p:nvSpPr>
          <p:cNvPr id="32" name="TextBox 31"/>
          <p:cNvSpPr txBox="1"/>
          <p:nvPr userDrawn="1"/>
        </p:nvSpPr>
        <p:spPr>
          <a:xfrm>
            <a:off x="3286498" y="2323947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</a:p>
        </p:txBody>
      </p:sp>
      <p:sp>
        <p:nvSpPr>
          <p:cNvPr id="33" name="TextBox 32"/>
          <p:cNvSpPr txBox="1"/>
          <p:nvPr userDrawn="1"/>
        </p:nvSpPr>
        <p:spPr>
          <a:xfrm>
            <a:off x="3286498" y="3061702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</a:p>
        </p:txBody>
      </p:sp>
      <p:sp>
        <p:nvSpPr>
          <p:cNvPr id="34" name="TextBox 33"/>
          <p:cNvSpPr txBox="1"/>
          <p:nvPr userDrawn="1"/>
        </p:nvSpPr>
        <p:spPr>
          <a:xfrm>
            <a:off x="3286498" y="3799456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</a:p>
        </p:txBody>
      </p:sp>
      <p:sp>
        <p:nvSpPr>
          <p:cNvPr id="44" name="Text Placeholder 37"/>
          <p:cNvSpPr>
            <a:spLocks noGrp="1"/>
          </p:cNvSpPr>
          <p:nvPr>
            <p:ph type="body" sz="quarter" idx="10" hasCustomPrompt="1"/>
          </p:nvPr>
        </p:nvSpPr>
        <p:spPr>
          <a:xfrm>
            <a:off x="4123940" y="1063182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5" name="Text Placeholder 37"/>
          <p:cNvSpPr>
            <a:spLocks noGrp="1"/>
          </p:cNvSpPr>
          <p:nvPr>
            <p:ph type="body" sz="quarter" idx="11" hasCustomPrompt="1"/>
          </p:nvPr>
        </p:nvSpPr>
        <p:spPr>
          <a:xfrm>
            <a:off x="4123939" y="1816282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6" name="Text Placeholder 37"/>
          <p:cNvSpPr>
            <a:spLocks noGrp="1"/>
          </p:cNvSpPr>
          <p:nvPr>
            <p:ph type="body" sz="quarter" idx="12" hasCustomPrompt="1"/>
          </p:nvPr>
        </p:nvSpPr>
        <p:spPr>
          <a:xfrm>
            <a:off x="4123939" y="2530048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7" name="Text Placehold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4123938" y="3283148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8" name="Text Placehold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4123939" y="4023135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24" name="Rectangle 21"/>
          <p:cNvSpPr/>
          <p:nvPr userDrawn="1"/>
        </p:nvSpPr>
        <p:spPr>
          <a:xfrm>
            <a:off x="3710214" y="4763122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25" name="TextBox 29"/>
          <p:cNvSpPr txBox="1"/>
          <p:nvPr userDrawn="1"/>
        </p:nvSpPr>
        <p:spPr>
          <a:xfrm>
            <a:off x="3286498" y="4548378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</a:p>
        </p:txBody>
      </p:sp>
      <p:sp>
        <p:nvSpPr>
          <p:cNvPr id="27" name="Text Placeholder 37"/>
          <p:cNvSpPr>
            <a:spLocks noGrp="1"/>
          </p:cNvSpPr>
          <p:nvPr>
            <p:ph type="body" sz="quarter" idx="15" hasCustomPrompt="1"/>
          </p:nvPr>
        </p:nvSpPr>
        <p:spPr>
          <a:xfrm>
            <a:off x="4123940" y="4763122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8172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40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6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27600"/>
            <a:ext cx="10515600" cy="495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38200" y="64004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301AA52-932F-4EA8-990C-84309216AA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8827" y="6400414"/>
            <a:ext cx="4674973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Confidential.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Hannto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 Technology Ltd. ©	</a:t>
            </a:r>
            <a:fld id="{175A459A-AA0E-4B86-B5AB-F55C0454CB9E}" type="datetime1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10/28/2026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4732639" y="6308421"/>
            <a:ext cx="2726723" cy="301757"/>
          </a:xfrm>
          <a:prstGeom prst="rect">
            <a:avLst/>
          </a:prstGeom>
          <a:solidFill>
            <a:schemeClr val="bg1">
              <a:alpha val="3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120308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8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5000"/>
        <a:buFont typeface="Microsoft YaHei UI" panose="020B0503020204020204" pitchFamily="34" charset="-122"/>
        <a:buChar char="−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6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38200" y="64004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301AA52-932F-4EA8-990C-84309216AA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74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5000"/>
        <a:buFont typeface="Microsoft YaHei UI" panose="020B0503020204020204" pitchFamily="34" charset="-122"/>
        <a:buChar char="−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14/relationships/chartEx" Target="../charts/chartEx1.xml"/><Relationship Id="rId3" Type="http://schemas.openxmlformats.org/officeDocument/2006/relationships/tags" Target="../tags/tag6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10" Type="http://schemas.openxmlformats.org/officeDocument/2006/relationships/chart" Target="../charts/chart2.xml"/><Relationship Id="rId4" Type="http://schemas.openxmlformats.org/officeDocument/2006/relationships/tags" Target="../tags/tag7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97907" y="1355985"/>
            <a:ext cx="6680621" cy="1345651"/>
          </a:xfrm>
        </p:spPr>
        <p:txBody>
          <a:bodyPr>
            <a:normAutofit/>
          </a:bodyPr>
          <a:lstStyle/>
          <a:p>
            <a:r>
              <a:rPr lang="en-US" altLang="zh-CN" sz="6000" dirty="0" err="1">
                <a:latin typeface="+mj-ea"/>
                <a:ea typeface="+mj-ea"/>
              </a:rPr>
              <a:t>AiKen</a:t>
            </a:r>
            <a:r>
              <a:rPr lang="en-US" altLang="zh-CN" sz="6000" dirty="0">
                <a:latin typeface="+mj-ea"/>
                <a:ea typeface="+mj-ea"/>
              </a:rPr>
              <a:t> JY SI/DO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BB76D5-EE17-2555-392C-F03AFDE0AC5F}"/>
              </a:ext>
            </a:extLst>
          </p:cNvPr>
          <p:cNvSpPr txBox="1">
            <a:spLocks/>
          </p:cNvSpPr>
          <p:nvPr/>
        </p:nvSpPr>
        <p:spPr>
          <a:xfrm>
            <a:off x="2197908" y="3057236"/>
            <a:ext cx="3978448" cy="1345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2026/10/27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FED308AA-4F86-1722-AD31-298FDCB27D47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4852610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你如何预测自己产品的销量？</a:t>
            </a:r>
          </a:p>
        </p:txBody>
      </p:sp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6F51D40D-AFC0-4CC6-22E9-A28DFD9A4CD4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99571421"/>
              </p:ext>
            </p:extLst>
          </p:nvPr>
        </p:nvGraphicFramePr>
        <p:xfrm>
          <a:off x="838200" y="1444989"/>
          <a:ext cx="10409555" cy="2529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8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8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n-ea"/>
                        </a:rPr>
                        <a:t>Worst</a:t>
                      </a:r>
                      <a:endParaRPr sz="140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n-ea"/>
                        </a:rPr>
                        <a:t>Normal</a:t>
                      </a:r>
                      <a:endParaRPr sz="140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+mn-ea"/>
                        </a:rPr>
                        <a:t>Best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首年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100,000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三年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90,000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240,000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540,000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sz="140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首年实际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sz="140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sz="140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三年实际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sz="140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7">
            <a:extLst>
              <a:ext uri="{FF2B5EF4-FFF2-40B4-BE49-F238E27FC236}">
                <a16:creationId xmlns:a16="http://schemas.microsoft.com/office/drawing/2014/main" id="{8B06D819-F841-706E-7C03-D9D52E002DF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38200" y="4263059"/>
            <a:ext cx="10409555" cy="78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Worst/Normal/Best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三档预测有一个根本问题：它们是三个“猜测”，目的是对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ROI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做预判，实质变成为了过会（形式主义），对项目组的具体行为不具备具体的指导作用。</a:t>
            </a:r>
            <a:endParaRPr sz="1400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221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B782C9F-3343-6590-41E2-9987E7BA16E1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3275256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三个点 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-&gt; 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一条分布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A2A46551-4689-44DC-0FCB-E99C46B479C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8200" y="4666496"/>
            <a:ext cx="10409555" cy="152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原来单点式争论到底卖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万还是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10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万。概率分布把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万和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10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万画在同一条曲线上，给出各自概率。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ct val="1500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分歧被编码为分布宽度。预算加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50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万，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P50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挪多少，达成目标销量的概率从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10%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提到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45%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。预算有明码标价。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ct val="1500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上市后得到真实数据，设定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Checkpoint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，将分布收窄，预测质量看得见。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ct val="1500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后面的讨论都是“我们怎么把曲线往右推？”</a:t>
            </a:r>
            <a:endParaRPr sz="160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8E73593-E07E-B0E6-47A8-FA196E3AB47C}"/>
              </a:ext>
            </a:extLst>
          </p:cNvPr>
          <p:cNvGrpSpPr/>
          <p:nvPr/>
        </p:nvGrpSpPr>
        <p:grpSpPr>
          <a:xfrm>
            <a:off x="2184906" y="1169126"/>
            <a:ext cx="7716142" cy="3288696"/>
            <a:chOff x="6121090" y="927011"/>
            <a:chExt cx="5708508" cy="2577315"/>
          </a:xfrm>
        </p:grpSpPr>
        <p:graphicFrame>
          <p:nvGraphicFramePr>
            <p:cNvPr id="17" name="图表 16">
              <a:extLst>
                <a:ext uri="{FF2B5EF4-FFF2-40B4-BE49-F238E27FC236}">
                  <a16:creationId xmlns:a16="http://schemas.microsoft.com/office/drawing/2014/main" id="{34A3B669-A7C0-5E9A-5015-B58DA6DE5B1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96917131"/>
                </p:ext>
              </p:extLst>
            </p:nvPr>
          </p:nvGraphicFramePr>
          <p:xfrm>
            <a:off x="6121090" y="927011"/>
            <a:ext cx="5708508" cy="21841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E4494AF0-328E-5924-15C0-35A0D78905AA}"/>
                </a:ext>
              </a:extLst>
            </p:cNvPr>
            <p:cNvGrpSpPr/>
            <p:nvPr/>
          </p:nvGrpSpPr>
          <p:grpSpPr>
            <a:xfrm>
              <a:off x="7409634" y="3049847"/>
              <a:ext cx="288416" cy="454479"/>
              <a:chOff x="1741644" y="5111178"/>
              <a:chExt cx="288416" cy="454479"/>
            </a:xfrm>
          </p:grpSpPr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2C357BC4-D1C9-E558-D9FA-BE4BA021D4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87166" y="5111178"/>
                <a:ext cx="0" cy="2371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A8AE3B3-17E1-6D3E-58B7-AD626EB05105}"/>
                  </a:ext>
                </a:extLst>
              </p:cNvPr>
              <p:cNvSpPr txBox="1"/>
              <p:nvPr/>
            </p:nvSpPr>
            <p:spPr>
              <a:xfrm>
                <a:off x="1741644" y="5360636"/>
                <a:ext cx="288416" cy="2050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/>
                  <a:t>P10</a:t>
                </a: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37D2792F-6709-87A7-30F0-887B7FCB7821}"/>
                </a:ext>
              </a:extLst>
            </p:cNvPr>
            <p:cNvGrpSpPr/>
            <p:nvPr/>
          </p:nvGrpSpPr>
          <p:grpSpPr>
            <a:xfrm>
              <a:off x="8594322" y="3049847"/>
              <a:ext cx="303834" cy="442199"/>
              <a:chOff x="4861100" y="5111178"/>
              <a:chExt cx="303834" cy="442199"/>
            </a:xfrm>
          </p:grpSpPr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06901E59-402F-C8D7-FF28-F2E9F09049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10475" y="5111178"/>
                <a:ext cx="0" cy="2371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5359768-B3C5-6EC7-D806-04EC76FB23F6}"/>
                  </a:ext>
                </a:extLst>
              </p:cNvPr>
              <p:cNvSpPr txBox="1"/>
              <p:nvPr/>
            </p:nvSpPr>
            <p:spPr>
              <a:xfrm>
                <a:off x="4861100" y="5348356"/>
                <a:ext cx="303834" cy="2050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/>
                  <a:t>P50</a:t>
                </a:r>
                <a:endParaRPr lang="zh-CN" altLang="en-US" sz="1100" dirty="0"/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6DEA3457-0BAB-52E2-840E-BD0BD5FE7C24}"/>
                </a:ext>
              </a:extLst>
            </p:cNvPr>
            <p:cNvGrpSpPr/>
            <p:nvPr/>
          </p:nvGrpSpPr>
          <p:grpSpPr>
            <a:xfrm>
              <a:off x="9994795" y="3049847"/>
              <a:ext cx="303834" cy="442199"/>
              <a:chOff x="6719815" y="5111178"/>
              <a:chExt cx="303834" cy="442199"/>
            </a:xfrm>
          </p:grpSpPr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2E930E51-0648-D57F-DBE8-18C0CAC7F7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70970" y="5111178"/>
                <a:ext cx="0" cy="2371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1FB422F-2336-ABAA-3712-5454F598B24F}"/>
                  </a:ext>
                </a:extLst>
              </p:cNvPr>
              <p:cNvSpPr txBox="1"/>
              <p:nvPr/>
            </p:nvSpPr>
            <p:spPr>
              <a:xfrm>
                <a:off x="6719815" y="5348356"/>
                <a:ext cx="303834" cy="2050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/>
                  <a:t>P90</a:t>
                </a:r>
                <a:endParaRPr lang="zh-CN" altLang="en-US" sz="11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9535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8AFFF90-F15D-D633-D236-22A40D494372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9605515" cy="424732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400" dirty="0">
                <a:latin typeface="+mn-ea"/>
                <a:ea typeface="+mn-ea"/>
                <a:cs typeface="+mn-ea"/>
                <a:sym typeface="+mn-lt"/>
              </a:rPr>
              <a:t>3+1</a:t>
            </a:r>
            <a:r>
              <a:rPr lang="zh-CN" altLang="en-US" sz="2400" dirty="0">
                <a:latin typeface="+mn-ea"/>
                <a:ea typeface="+mn-ea"/>
                <a:cs typeface="+mn-ea"/>
                <a:sym typeface="+mn-lt"/>
              </a:rPr>
              <a:t>框架：参照类定参数，</a:t>
            </a:r>
            <a:r>
              <a:rPr lang="en-US" altLang="zh-CN" sz="2400" dirty="0">
                <a:latin typeface="+mn-ea"/>
                <a:ea typeface="+mn-ea"/>
                <a:cs typeface="+mn-ea"/>
                <a:sym typeface="+mn-lt"/>
              </a:rPr>
              <a:t>Bass</a:t>
            </a:r>
            <a:r>
              <a:rPr lang="zh-CN" altLang="en-US" sz="2400" dirty="0">
                <a:latin typeface="+mn-ea"/>
                <a:ea typeface="+mn-ea"/>
                <a:cs typeface="+mn-ea"/>
                <a:sym typeface="+mn-lt"/>
              </a:rPr>
              <a:t>定形状，蒙特卡洛定分布，漏斗是杠杆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86479DF-2CFE-8648-35B2-6AE5F999EE5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1090" y="1214155"/>
            <a:ext cx="3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 步骤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1. RCF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参照类预测</a:t>
            </a:r>
            <a:r>
              <a:rPr lang="zh-CN" altLang="en-US" sz="1400" b="1" dirty="0">
                <a:highlight>
                  <a:srgbClr val="000000"/>
                </a:highlight>
                <a:latin typeface="Segoe UI" panose="020B0502040204020203"/>
              </a:rPr>
              <a:t>空</a:t>
            </a:r>
            <a:endParaRPr sz="700" b="0" dirty="0"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EC64583-3027-5620-9B38-D4CD84A5219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090" y="1546492"/>
            <a:ext cx="3599999" cy="87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参数从哪来？</a:t>
            </a:r>
            <a:endParaRPr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找几个同类且同价位带产品，用真实销量定区间。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m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是市场潜力，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q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是口碑系数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0AC08D6-257F-895D-A8D5-92CD5EDD73B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229599" y="1214155"/>
            <a:ext cx="3600000" cy="307777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 步骤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3. 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蒙特卡洛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8000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次测算</a:t>
            </a:r>
            <a:r>
              <a:rPr lang="zh-CN" altLang="en-US" sz="800" b="1" dirty="0">
                <a:highlight>
                  <a:srgbClr val="000000"/>
                </a:highlight>
                <a:latin typeface="Segoe UI" panose="020B0502040204020203"/>
              </a:rPr>
              <a:t>空</a:t>
            </a:r>
            <a:endParaRPr sz="700" b="0" dirty="0">
              <a:solidFill>
                <a:schemeClr val="bg1"/>
              </a:solidFill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53B57791-49F0-8727-A5BA-F10DA96C06F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296000" y="1214155"/>
            <a:ext cx="3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 步骤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2. Bass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扩散</a:t>
            </a:r>
            <a:r>
              <a:rPr lang="zh-CN" altLang="en-US" sz="800" b="1" dirty="0">
                <a:highlight>
                  <a:srgbClr val="000000"/>
                </a:highlight>
                <a:latin typeface="Segoe UI" panose="020B0502040204020203"/>
              </a:rPr>
              <a:t>空</a:t>
            </a:r>
            <a:endParaRPr sz="700" b="0" dirty="0">
              <a:solidFill>
                <a:schemeClr val="bg1"/>
              </a:solidFill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A9A30F41-F4BD-52B0-D86D-71BB8F99418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296000" y="1546492"/>
            <a:ext cx="3599999" cy="1140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曲线长什么样？</a:t>
            </a:r>
            <a:endParaRPr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三个参数画一条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S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曲线。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m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是曲线，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p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是投放驱动的启动陡度，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q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是口碑驱动的起飞斜率。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其中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p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是实际投流漏斗反解出来的，就是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3+1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中的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5C10D1CD-FF61-0D05-5111-431D183D120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229600" y="1546492"/>
            <a:ext cx="3599999" cy="14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不确定性有多大？</a:t>
            </a:r>
            <a:endParaRPr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参数不取单点，按参照类区间随机抽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8000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组，各跑一条扩散曲线，统计成销量概率分布。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场景（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Worst/Normal/Best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）可分别取分布上的不同口径作为执行锚。</a:t>
            </a:r>
            <a:endParaRPr sz="110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1C3E20D-5492-C980-58EE-4D0F2910E5A0}"/>
              </a:ext>
            </a:extLst>
          </p:cNvPr>
          <p:cNvGrpSpPr/>
          <p:nvPr/>
        </p:nvGrpSpPr>
        <p:grpSpPr>
          <a:xfrm>
            <a:off x="283579" y="3659820"/>
            <a:ext cx="5760000" cy="2315603"/>
            <a:chOff x="361091" y="3306643"/>
            <a:chExt cx="5760000" cy="2315603"/>
          </a:xfrm>
        </p:grpSpPr>
        <mc:AlternateContent xmlns:mc="http://schemas.openxmlformats.org/markup-compatibility/2006">
          <mc:Choice xmlns:cx1="http://schemas.microsoft.com/office/drawing/2015/9/8/chartex" Requires="cx1">
            <p:graphicFrame>
              <p:nvGraphicFramePr>
                <p:cNvPr id="6" name="图表 5">
                  <a:extLst>
                    <a:ext uri="{FF2B5EF4-FFF2-40B4-BE49-F238E27FC236}">
                      <a16:creationId xmlns:a16="http://schemas.microsoft.com/office/drawing/2014/main" id="{AE744F26-BEBE-1264-CDB1-E1C6E30FAF44}"/>
                    </a:ext>
                  </a:extLst>
                </p:cNvPr>
                <p:cNvGraphicFramePr/>
                <p:nvPr/>
              </p:nvGraphicFramePr>
              <p:xfrm>
                <a:off x="361091" y="3306643"/>
                <a:ext cx="5760000" cy="1923124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8"/>
                </a:graphicData>
              </a:graphic>
            </p:graphicFrame>
          </mc:Choice>
          <mc:Fallback>
            <p:pic>
              <p:nvPicPr>
                <p:cNvPr id="6" name="图表 5">
                  <a:extLst>
                    <a:ext uri="{FF2B5EF4-FFF2-40B4-BE49-F238E27FC236}">
                      <a16:creationId xmlns:a16="http://schemas.microsoft.com/office/drawing/2014/main" id="{AE744F26-BEBE-1264-CDB1-E1C6E30FAF44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3579" y="3659820"/>
                  <a:ext cx="5760000" cy="1923124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4F020EA0-188D-D123-23A5-D5136DAD31D1}"/>
                </a:ext>
              </a:extLst>
            </p:cNvPr>
            <p:cNvGrpSpPr/>
            <p:nvPr/>
          </p:nvGrpSpPr>
          <p:grpSpPr>
            <a:xfrm>
              <a:off x="1785548" y="5111178"/>
              <a:ext cx="1127232" cy="511068"/>
              <a:chOff x="1785548" y="5111178"/>
              <a:chExt cx="1127232" cy="511068"/>
            </a:xfrm>
          </p:grpSpPr>
          <p:cxnSp>
            <p:nvCxnSpPr>
              <p:cNvPr id="22" name="直接箭头连接符 21">
                <a:extLst>
                  <a:ext uri="{FF2B5EF4-FFF2-40B4-BE49-F238E27FC236}">
                    <a16:creationId xmlns:a16="http://schemas.microsoft.com/office/drawing/2014/main" id="{5181C75D-D7A4-5D1F-584F-0B4BCC45C8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1699" y="5111178"/>
                <a:ext cx="0" cy="2371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7A266FD-A0E3-C1B6-A34C-CFBFA3AAD4F3}"/>
                  </a:ext>
                </a:extLst>
              </p:cNvPr>
              <p:cNvSpPr txBox="1"/>
              <p:nvPr/>
            </p:nvSpPr>
            <p:spPr>
              <a:xfrm>
                <a:off x="1785548" y="5360636"/>
                <a:ext cx="112723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dirty="0"/>
                  <a:t>实际：约</a:t>
                </a:r>
                <a:r>
                  <a:rPr lang="en-US" altLang="zh-CN" sz="1100" dirty="0"/>
                  <a:t>10,000</a:t>
                </a:r>
                <a:endParaRPr lang="zh-CN" altLang="en-US" sz="1100" dirty="0"/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4B64D3A-5E5E-2EB7-2696-1E258F0CAB49}"/>
                </a:ext>
              </a:extLst>
            </p:cNvPr>
            <p:cNvGrpSpPr/>
            <p:nvPr/>
          </p:nvGrpSpPr>
          <p:grpSpPr>
            <a:xfrm>
              <a:off x="4571092" y="5111178"/>
              <a:ext cx="1007007" cy="498788"/>
              <a:chOff x="4571092" y="5111178"/>
              <a:chExt cx="1007007" cy="498788"/>
            </a:xfrm>
          </p:grpSpPr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05BBA0BF-7FD4-3A32-8290-8BA6007DA5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4596" y="5111178"/>
                <a:ext cx="0" cy="2371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1E9896A-03EE-1A84-6E58-0369C6797DEB}"/>
                  </a:ext>
                </a:extLst>
              </p:cNvPr>
              <p:cNvSpPr txBox="1"/>
              <p:nvPr/>
            </p:nvSpPr>
            <p:spPr>
              <a:xfrm>
                <a:off x="4571092" y="5348356"/>
                <a:ext cx="100700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dirty="0"/>
                  <a:t>预测：</a:t>
                </a:r>
                <a:r>
                  <a:rPr lang="en-US" altLang="zh-CN" sz="1100" dirty="0"/>
                  <a:t>25,000</a:t>
                </a:r>
                <a:endParaRPr lang="zh-CN" altLang="en-US" sz="1100" dirty="0"/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CE8D474-2F84-551B-3176-27C74599E626}"/>
              </a:ext>
            </a:extLst>
          </p:cNvPr>
          <p:cNvGrpSpPr/>
          <p:nvPr/>
        </p:nvGrpSpPr>
        <p:grpSpPr>
          <a:xfrm>
            <a:off x="6121091" y="3652877"/>
            <a:ext cx="5708507" cy="2303323"/>
            <a:chOff x="6121091" y="3306643"/>
            <a:chExt cx="5708507" cy="2303323"/>
          </a:xfrm>
        </p:grpSpPr>
        <p:graphicFrame>
          <p:nvGraphicFramePr>
            <p:cNvPr id="18" name="图表 17">
              <a:extLst>
                <a:ext uri="{FF2B5EF4-FFF2-40B4-BE49-F238E27FC236}">
                  <a16:creationId xmlns:a16="http://schemas.microsoft.com/office/drawing/2014/main" id="{DD087219-9238-46BD-5BFE-D022CC39BB1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92487397"/>
                </p:ext>
              </p:extLst>
            </p:nvPr>
          </p:nvGraphicFramePr>
          <p:xfrm>
            <a:off x="6121091" y="3306643"/>
            <a:ext cx="5708507" cy="19231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A63BA0C9-B759-9BF9-8B0F-2D68A711FC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0970" y="5111178"/>
              <a:ext cx="0" cy="2371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DE36AEF-441C-9B9B-6D2E-90B63EB6B37E}"/>
                </a:ext>
              </a:extLst>
            </p:cNvPr>
            <p:cNvSpPr txBox="1"/>
            <p:nvPr/>
          </p:nvSpPr>
          <p:spPr>
            <a:xfrm>
              <a:off x="6319376" y="5348356"/>
              <a:ext cx="11031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预测：</a:t>
              </a:r>
              <a:r>
                <a:rPr lang="en-US" altLang="zh-CN" sz="1100" dirty="0"/>
                <a:t>30-40</a:t>
              </a:r>
              <a:r>
                <a:rPr lang="zh-CN" altLang="en-US" sz="1100" dirty="0"/>
                <a:t>万</a:t>
              </a: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750F225-CD0C-A869-A5C0-0C41D4C0DE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5751" y="5111178"/>
              <a:ext cx="0" cy="2371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0828922-9E9A-8B30-DB26-F1A97302C5FE}"/>
                </a:ext>
              </a:extLst>
            </p:cNvPr>
            <p:cNvSpPr txBox="1"/>
            <p:nvPr/>
          </p:nvSpPr>
          <p:spPr>
            <a:xfrm>
              <a:off x="7891603" y="5348356"/>
              <a:ext cx="12682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2024</a:t>
              </a:r>
              <a:r>
                <a:rPr lang="zh-CN" altLang="en-US" sz="1100" dirty="0"/>
                <a:t>实售：</a:t>
              </a:r>
              <a:r>
                <a:rPr lang="en-US" altLang="zh-CN" sz="1100" dirty="0"/>
                <a:t>500</a:t>
              </a:r>
              <a:r>
                <a:rPr lang="zh-CN" altLang="en-US" sz="1100" dirty="0"/>
                <a:t>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7241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9*199"/>
  <p:tag name="TABLE_ENDDRAG_RECT" val="66*100*819*19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heme/theme1.xml><?xml version="1.0" encoding="utf-8"?>
<a:theme xmlns:a="http://schemas.openxmlformats.org/drawingml/2006/main" name="hannto">
  <a:themeElements>
    <a:clrScheme name="">
      <a:dk1>
        <a:srgbClr val="000000"/>
      </a:dk1>
      <a:lt1>
        <a:sysClr val="window" lastClr="FFFFFF"/>
      </a:lt1>
      <a:dk2>
        <a:srgbClr val="EA7728"/>
      </a:dk2>
      <a:lt2>
        <a:srgbClr val="7F7F7F"/>
      </a:lt2>
      <a:accent1>
        <a:srgbClr val="EA7728"/>
      </a:accent1>
      <a:accent2>
        <a:srgbClr val="F8A61D"/>
      </a:accent2>
      <a:accent3>
        <a:srgbClr val="FFE311"/>
      </a:accent3>
      <a:accent4>
        <a:srgbClr val="FFD082"/>
      </a:accent4>
      <a:accent5>
        <a:srgbClr val="78CCCC"/>
      </a:accent5>
      <a:accent6>
        <a:srgbClr val="9C6A6A"/>
      </a:accent6>
      <a:hlink>
        <a:srgbClr val="0266BA"/>
      </a:hlink>
      <a:folHlink>
        <a:srgbClr val="0266BA"/>
      </a:folHlink>
    </a:clrScheme>
    <a:fontScheme name="Custom 1">
      <a:majorFont>
        <a:latin typeface="Segoe UI Semibold"/>
        <a:ea typeface="微软雅黑"/>
        <a:cs typeface=""/>
      </a:majorFont>
      <a:minorFont>
        <a:latin typeface="Segoe UI Semi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="" xmlns:wpsdc="http://www.wps.cn/officeDocument/2017/drawingmlCustomData" underline="false"/>
      </a:ext>
    </a:extLst>
  </a:themeElements>
  <a:objectDefaults/>
  <a:extraClrSchemeLst/>
  <a:extLst>
    <a:ext uri="{05A4C25C-085E-4340-85A3-A5531E510DB2}">
      <thm15:themeFamily xmlns:thm15="http://schemas.microsoft.com/office/thememl/2012/main" name="hannto" id="{ECFBA032-CF05-405F-A9A5-EA03C978819B}" vid="{94491737-407C-4343-B243-43C4FCB51CE9}"/>
    </a:ext>
  </a:extLst>
</a:theme>
</file>

<file path=ppt/theme/theme2.xml><?xml version="1.0" encoding="utf-8"?>
<a:theme xmlns:a="http://schemas.openxmlformats.org/drawingml/2006/main" name="4_橙色">
  <a:themeElements>
    <a:clrScheme name="Custom 4">
      <a:dk1>
        <a:srgbClr val="000000"/>
      </a:dk1>
      <a:lt1>
        <a:sysClr val="window" lastClr="FFFFFF"/>
      </a:lt1>
      <a:dk2>
        <a:srgbClr val="EA7728"/>
      </a:dk2>
      <a:lt2>
        <a:srgbClr val="7F7F7F"/>
      </a:lt2>
      <a:accent1>
        <a:srgbClr val="EA7728"/>
      </a:accent1>
      <a:accent2>
        <a:srgbClr val="F8A61D"/>
      </a:accent2>
      <a:accent3>
        <a:srgbClr val="FFE311"/>
      </a:accent3>
      <a:accent4>
        <a:srgbClr val="FFD082"/>
      </a:accent4>
      <a:accent5>
        <a:srgbClr val="78CCCC"/>
      </a:accent5>
      <a:accent6>
        <a:srgbClr val="9C6A6A"/>
      </a:accent6>
      <a:hlink>
        <a:srgbClr val="1773B1"/>
      </a:hlink>
      <a:folHlink>
        <a:srgbClr val="595959"/>
      </a:folHlink>
    </a:clrScheme>
    <a:fontScheme name="Custom 1">
      <a:majorFont>
        <a:latin typeface="Segoe UI Semibold"/>
        <a:ea typeface="微软雅黑"/>
        <a:cs typeface=""/>
      </a:majorFont>
      <a:minorFont>
        <a:latin typeface="Segoe UI Semi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hannto</Template>
  <TotalTime>2236</TotalTime>
  <Words>572</Words>
  <Application>Microsoft Office PowerPoint</Application>
  <PresentationFormat>宽屏</PresentationFormat>
  <Paragraphs>45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Microsoft YaHei UI</vt:lpstr>
      <vt:lpstr>等线</vt:lpstr>
      <vt:lpstr>微软雅黑</vt:lpstr>
      <vt:lpstr>微软雅黑 Light</vt:lpstr>
      <vt:lpstr>Arial</vt:lpstr>
      <vt:lpstr>Segoe UI</vt:lpstr>
      <vt:lpstr>Segoe UI Semilight</vt:lpstr>
      <vt:lpstr>hannto</vt:lpstr>
      <vt:lpstr>4_橙色</vt:lpstr>
      <vt:lpstr>AiKen JY SI/DO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楠翔 盛</dc:creator>
  <cp:lastModifiedBy>楠翔 盛</cp:lastModifiedBy>
  <cp:revision>6</cp:revision>
  <dcterms:created xsi:type="dcterms:W3CDTF">2026-10-19T03:05:34Z</dcterms:created>
  <dcterms:modified xsi:type="dcterms:W3CDTF">2026-10-28T13:22:40Z</dcterms:modified>
</cp:coreProperties>
</file>